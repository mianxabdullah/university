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5.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2"/>
  </p:sldMasterIdLst>
  <p:notesMasterIdLst>
    <p:notesMasterId r:id="rId38"/>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Lst>
  <p:sldSz cx="9144000" cy="5143500" type="screen16x9"/>
  <p:notesSz cx="6858000" cy="9144000"/>
  <p:embeddedFontLst>
    <p:embeddedFont>
      <p:font typeface="Calibri" panose="020F0502020204030204" pitchFamily="34" charset="0"/>
      <p:regular r:id="rId39"/>
      <p:bold r:id="rId40"/>
      <p:italic r:id="rId41"/>
      <p:boldItalic r:id="rId42"/>
    </p:embeddedFont>
    <p:embeddedFont>
      <p:font typeface="Lato" panose="020B0604020202020204" charset="0"/>
      <p:regular r:id="rId43"/>
      <p:bold r:id="rId44"/>
      <p:italic r:id="rId45"/>
      <p:boldItalic r:id="rId46"/>
    </p:embeddedFont>
    <p:embeddedFont>
      <p:font typeface="Albert Sans" panose="020B0604020202020204" charset="0"/>
      <p:regular r:id="rId47"/>
      <p:bold r:id="rId48"/>
      <p:italic r:id="rId49"/>
      <p:boldItalic r:id="rId50"/>
    </p:embeddedFont>
    <p:embeddedFont>
      <p:font typeface="Proxima Nova" panose="020B0604020202020204" charset="0"/>
      <p:regular r:id="rId51"/>
      <p:bold r:id="rId52"/>
      <p:italic r:id="rId53"/>
      <p:boldItalic r:id="rId54"/>
    </p:embeddedFont>
    <p:embeddedFont>
      <p:font typeface="Anaheim" panose="020B0604020202020204" charset="0"/>
      <p:regular r:id="rId55"/>
    </p:embeddedFont>
    <p:embeddedFont>
      <p:font typeface="Montserrat" panose="020B0604020202020204" charset="0"/>
      <p:regular r:id="rId56"/>
      <p:bold r:id="rId57"/>
      <p:italic r:id="rId58"/>
      <p:boldItalic r:id="rId59"/>
    </p:embeddedFont>
    <p:embeddedFont>
      <p:font typeface="DM Sans" panose="020B0604020202020204" charset="0"/>
      <p:regular r:id="rId60"/>
      <p:bold r:id="rId61"/>
      <p:italic r:id="rId62"/>
      <p:boldItalic r:id="rId6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440">
          <p15:clr>
            <a:srgbClr val="747775"/>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4" roundtripDataSignature="AMtx7mg1y2fg8dF4RtJfgr2QcOMkqVqYr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593" autoAdjust="0"/>
    <p:restoredTop sz="94660"/>
  </p:normalViewPr>
  <p:slideViewPr>
    <p:cSldViewPr snapToGrid="0">
      <p:cViewPr varScale="1">
        <p:scale>
          <a:sx n="84" d="100"/>
          <a:sy n="84" d="100"/>
        </p:scale>
        <p:origin x="132" y="264"/>
      </p:cViewPr>
      <p:guideLst>
        <p:guide orient="horz" pos="144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4.fntdata"/><Relationship Id="rId47" Type="http://schemas.openxmlformats.org/officeDocument/2006/relationships/font" Target="fonts/font9.fntdata"/><Relationship Id="rId50" Type="http://schemas.openxmlformats.org/officeDocument/2006/relationships/font" Target="fonts/font12.fntdata"/><Relationship Id="rId55" Type="http://schemas.openxmlformats.org/officeDocument/2006/relationships/font" Target="fonts/font17.fntdata"/><Relationship Id="rId63" Type="http://schemas.openxmlformats.org/officeDocument/2006/relationships/font" Target="fonts/font25.fntdata"/><Relationship Id="rId68"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font" Target="fonts/font2.fntdata"/><Relationship Id="rId45" Type="http://schemas.openxmlformats.org/officeDocument/2006/relationships/font" Target="fonts/font7.fntdata"/><Relationship Id="rId53" Type="http://schemas.openxmlformats.org/officeDocument/2006/relationships/font" Target="fonts/font15.fntdata"/><Relationship Id="rId58" Type="http://schemas.openxmlformats.org/officeDocument/2006/relationships/font" Target="fonts/font20.fntdata"/><Relationship Id="rId66"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font" Target="fonts/font23.fntdata"/><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5.fntdata"/><Relationship Id="rId48" Type="http://schemas.openxmlformats.org/officeDocument/2006/relationships/font" Target="fonts/font10.fntdata"/><Relationship Id="rId56" Type="http://schemas.openxmlformats.org/officeDocument/2006/relationships/font" Target="fonts/font18.fntdata"/><Relationship Id="rId64" Type="http://customschemas.google.com/relationships/presentationmetadata" Target="metadata"/><Relationship Id="rId8" Type="http://schemas.openxmlformats.org/officeDocument/2006/relationships/slide" Target="slides/slide6.xml"/><Relationship Id="rId51" Type="http://schemas.openxmlformats.org/officeDocument/2006/relationships/font" Target="fonts/font13.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notesMaster" Target="notesMasters/notesMaster1.xml"/><Relationship Id="rId46" Type="http://schemas.openxmlformats.org/officeDocument/2006/relationships/font" Target="fonts/font8.fntdata"/><Relationship Id="rId59" Type="http://schemas.openxmlformats.org/officeDocument/2006/relationships/font" Target="fonts/font21.fntdata"/><Relationship Id="rId67"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font" Target="fonts/font3.fntdata"/><Relationship Id="rId54" Type="http://schemas.openxmlformats.org/officeDocument/2006/relationships/font" Target="fonts/font16.fntdata"/><Relationship Id="rId62" Type="http://schemas.openxmlformats.org/officeDocument/2006/relationships/font" Target="fonts/font24.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11.fntdata"/><Relationship Id="rId57" Type="http://schemas.openxmlformats.org/officeDocument/2006/relationships/font" Target="fonts/font19.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font" Target="fonts/font6.fntdata"/><Relationship Id="rId52" Type="http://schemas.openxmlformats.org/officeDocument/2006/relationships/font" Target="fonts/font14.fntdata"/><Relationship Id="rId60" Type="http://schemas.openxmlformats.org/officeDocument/2006/relationships/font" Target="fonts/font22.fntdata"/><Relationship Id="rId65"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font" Target="fonts/font1.fntdata"/></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11.xlsx"/><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12.xlsx"/><Relationship Id="rId2" Type="http://schemas.microsoft.com/office/2011/relationships/chartColorStyle" Target="colors13.xml"/><Relationship Id="rId1" Type="http://schemas.microsoft.com/office/2011/relationships/chartStyle" Target="style1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0.12866201295992433"/>
          <c:y val="2.276887871853549E-3"/>
          <c:w val="0.75996668860645278"/>
          <c:h val="0.87934460812356985"/>
        </c:manualLayout>
      </c:layout>
      <c:pieChart>
        <c:varyColors val="1"/>
        <c:ser>
          <c:idx val="0"/>
          <c:order val="0"/>
          <c:tx>
            <c:strRef>
              <c:f>Sheet1!$B$1</c:f>
              <c:strCache>
                <c:ptCount val="1"/>
                <c:pt idx="0">
                  <c:v>percentage</c:v>
                </c:pt>
              </c:strCache>
            </c:strRef>
          </c:tx>
          <c:spPr>
            <a:solidFill>
              <a:srgbClr val="051065"/>
            </a:solidFill>
            <a:ln>
              <a:solidFill>
                <a:srgbClr val="0070C0"/>
              </a:solidFill>
            </a:ln>
          </c:spPr>
          <c:dPt>
            <c:idx val="0"/>
            <c:bubble3D val="0"/>
            <c:spPr>
              <a:solidFill>
                <a:srgbClr val="0070C0"/>
              </a:solidFill>
              <a:ln>
                <a:solidFill>
                  <a:srgbClr val="0070C0"/>
                </a:solid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extLst>
              <c:ext xmlns:c16="http://schemas.microsoft.com/office/drawing/2014/chart" uri="{C3380CC4-5D6E-409C-BE32-E72D297353CC}">
                <c16:uniqueId val="{00000003-98D4-4EA4-84DB-BBEE4E6B82B8}"/>
              </c:ext>
            </c:extLst>
          </c:dPt>
          <c:dPt>
            <c:idx val="1"/>
            <c:bubble3D val="0"/>
            <c:spPr>
              <a:solidFill>
                <a:srgbClr val="00B0F0"/>
              </a:solidFill>
              <a:ln>
                <a:solidFill>
                  <a:srgbClr val="0070C0"/>
                </a:solid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extLst>
              <c:ext xmlns:c16="http://schemas.microsoft.com/office/drawing/2014/chart" uri="{C3380CC4-5D6E-409C-BE32-E72D297353CC}">
                <c16:uniqueId val="{00000003-1F4B-4FD5-9695-EA4F2B9A07B9}"/>
              </c:ext>
            </c:extLst>
          </c:dPt>
          <c:dPt>
            <c:idx val="2"/>
            <c:bubble3D val="0"/>
            <c:spPr>
              <a:solidFill>
                <a:srgbClr val="0E0585"/>
              </a:solidFill>
              <a:ln>
                <a:solidFill>
                  <a:srgbClr val="0070C0"/>
                </a:solid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extLst>
              <c:ext xmlns:c16="http://schemas.microsoft.com/office/drawing/2014/chart" uri="{C3380CC4-5D6E-409C-BE32-E72D297353CC}">
                <c16:uniqueId val="{00000002-98D4-4EA4-84DB-BBEE4E6B82B8}"/>
              </c:ext>
            </c:extLst>
          </c:dPt>
          <c:dPt>
            <c:idx val="3"/>
            <c:bubble3D val="0"/>
            <c:spPr>
              <a:solidFill>
                <a:srgbClr val="051065"/>
              </a:solidFill>
              <a:ln>
                <a:solidFill>
                  <a:srgbClr val="0070C0"/>
                </a:solid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extLst>
              <c:ext xmlns:c16="http://schemas.microsoft.com/office/drawing/2014/chart" uri="{C3380CC4-5D6E-409C-BE32-E72D297353CC}">
                <c16:uniqueId val="{00000007-1F4B-4FD5-9695-EA4F2B9A07B9}"/>
              </c:ext>
            </c:extLst>
          </c:dPt>
          <c:dLbls>
            <c:dLbl>
              <c:idx val="2"/>
              <c:layout>
                <c:manualLayout>
                  <c:x val="5.3946824185103224E-3"/>
                  <c:y val="9.0818935184357519E-2"/>
                </c:manualLayout>
              </c:layout>
              <c:tx>
                <c:rich>
                  <a:bodyPr/>
                  <a:lstStyle/>
                  <a:p>
                    <a:r>
                      <a:rPr lang="en-US" dirty="0"/>
                      <a:t>1%</a:t>
                    </a:r>
                  </a:p>
                </c:rich>
              </c:tx>
              <c:dLblPos val="bestFit"/>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2-98D4-4EA4-84DB-BBEE4E6B82B8}"/>
                </c:ext>
              </c:extLst>
            </c:dLbl>
            <c:spPr>
              <a:solidFill>
                <a:schemeClr val="accent3"/>
              </a:solid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15:layout/>
              </c:ext>
            </c:extLst>
          </c:dLbls>
          <c:cat>
            <c:strRef>
              <c:f>Sheet1!$A$2:$A$5</c:f>
              <c:strCache>
                <c:ptCount val="3"/>
                <c:pt idx="0">
                  <c:v>Female</c:v>
                </c:pt>
                <c:pt idx="1">
                  <c:v>Male</c:v>
                </c:pt>
                <c:pt idx="2">
                  <c:v>Other</c:v>
                </c:pt>
              </c:strCache>
            </c:strRef>
          </c:cat>
          <c:val>
            <c:numRef>
              <c:f>Sheet1!$B$2:$B$5</c:f>
              <c:numCache>
                <c:formatCode>0.00%</c:formatCode>
                <c:ptCount val="4"/>
                <c:pt idx="0">
                  <c:v>0.56499999999999995</c:v>
                </c:pt>
                <c:pt idx="1">
                  <c:v>0.42399999999999999</c:v>
                </c:pt>
                <c:pt idx="2">
                  <c:v>0.01</c:v>
                </c:pt>
              </c:numCache>
            </c:numRef>
          </c:val>
          <c:extLst>
            <c:ext xmlns:c16="http://schemas.microsoft.com/office/drawing/2014/chart" uri="{C3380CC4-5D6E-409C-BE32-E72D297353CC}">
              <c16:uniqueId val="{00000000-98D4-4EA4-84DB-BBEE4E6B82B8}"/>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b"/>
      <c:legendEntry>
        <c:idx val="3"/>
        <c:delete val="1"/>
      </c:legendEntry>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300410104986877"/>
          <c:y val="0.12351586234055829"/>
          <c:w val="0.87699589895013119"/>
          <c:h val="0.66995310086638094"/>
        </c:manualLayout>
      </c:layout>
      <c:barChart>
        <c:barDir val="col"/>
        <c:grouping val="stacked"/>
        <c:varyColors val="0"/>
        <c:ser>
          <c:idx val="0"/>
          <c:order val="0"/>
          <c:tx>
            <c:strRef>
              <c:f>Sheet1!$B$1</c:f>
              <c:strCache>
                <c:ptCount val="1"/>
                <c:pt idx="0">
                  <c:v>Series 1</c:v>
                </c:pt>
              </c:strCache>
            </c:strRef>
          </c:tx>
          <c:spPr>
            <a:solidFill>
              <a:schemeClr val="tx2"/>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Sheet1!$A$2:$A$6</c:f>
              <c:strCache>
                <c:ptCount val="4"/>
                <c:pt idx="0">
                  <c:v>age 18-25</c:v>
                </c:pt>
                <c:pt idx="1">
                  <c:v>age 26-36</c:v>
                </c:pt>
                <c:pt idx="2">
                  <c:v>age 36-45</c:v>
                </c:pt>
                <c:pt idx="3">
                  <c:v>above 46</c:v>
                </c:pt>
              </c:strCache>
            </c:strRef>
          </c:cat>
          <c:val>
            <c:numRef>
              <c:f>Sheet1!$B$2:$B$6</c:f>
              <c:numCache>
                <c:formatCode>0.00%</c:formatCode>
                <c:ptCount val="5"/>
                <c:pt idx="0">
                  <c:v>0.90200000000000002</c:v>
                </c:pt>
                <c:pt idx="1">
                  <c:v>6.2E-2</c:v>
                </c:pt>
                <c:pt idx="2">
                  <c:v>2.1000000000000001E-2</c:v>
                </c:pt>
                <c:pt idx="3" formatCode="0%">
                  <c:v>1.4999999999999999E-2</c:v>
                </c:pt>
              </c:numCache>
            </c:numRef>
          </c:val>
          <c:extLst>
            <c:ext xmlns:c16="http://schemas.microsoft.com/office/drawing/2014/chart" uri="{C3380CC4-5D6E-409C-BE32-E72D297353CC}">
              <c16:uniqueId val="{00000000-ECCC-4512-A587-C3C7AE2ED3F3}"/>
            </c:ext>
          </c:extLst>
        </c:ser>
        <c:dLbls>
          <c:dLblPos val="ctr"/>
          <c:showLegendKey val="0"/>
          <c:showVal val="1"/>
          <c:showCatName val="0"/>
          <c:showSerName val="0"/>
          <c:showPercent val="0"/>
          <c:showBubbleSize val="0"/>
        </c:dLbls>
        <c:gapWidth val="150"/>
        <c:overlap val="100"/>
        <c:axId val="520013328"/>
        <c:axId val="520002928"/>
      </c:barChart>
      <c:catAx>
        <c:axId val="520013328"/>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20002928"/>
        <c:crosses val="autoZero"/>
        <c:auto val="1"/>
        <c:lblAlgn val="ctr"/>
        <c:lblOffset val="100"/>
        <c:noMultiLvlLbl val="0"/>
      </c:catAx>
      <c:valAx>
        <c:axId val="520002928"/>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2001332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0.19723562445500184"/>
          <c:y val="9.8089911375378886E-3"/>
          <c:w val="0.71406633897167227"/>
          <c:h val="0.89463753267571899"/>
        </c:manualLayout>
      </c:layout>
      <c:pieChart>
        <c:varyColors val="1"/>
        <c:ser>
          <c:idx val="0"/>
          <c:order val="0"/>
          <c:tx>
            <c:strRef>
              <c:f>Sheet1!$B$1</c:f>
              <c:strCache>
                <c:ptCount val="1"/>
                <c:pt idx="0">
                  <c:v>percentage</c:v>
                </c:pt>
              </c:strCache>
            </c:strRef>
          </c:tx>
          <c:dPt>
            <c:idx val="0"/>
            <c:bubble3D val="0"/>
            <c:spPr>
              <a:solidFill>
                <a:schemeClr val="tx2">
                  <a:lumMod val="60000"/>
                  <a:lumOff val="40000"/>
                </a:schemeClr>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3-98D4-4EA4-84DB-BBEE4E6B82B8}"/>
              </c:ext>
            </c:extLst>
          </c:dPt>
          <c:dPt>
            <c:idx val="1"/>
            <c:bubble3D val="0"/>
            <c:spPr>
              <a:solidFill>
                <a:schemeClr val="tx2">
                  <a:lumMod val="75000"/>
                </a:schemeClr>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1-01DC-4B2B-8DEC-A9D080867447}"/>
              </c:ext>
            </c:extLst>
          </c:dPt>
          <c:dPt>
            <c:idx val="2"/>
            <c:bubble3D val="0"/>
            <c:spPr>
              <a:solidFill>
                <a:schemeClr val="accent1">
                  <a:lumMod val="75000"/>
                </a:schemeClr>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2-98D4-4EA4-84DB-BBEE4E6B82B8}"/>
              </c:ext>
            </c:extLst>
          </c:dPt>
          <c:dPt>
            <c:idx val="3"/>
            <c:bubble3D val="0"/>
            <c:spPr>
              <a:solidFill>
                <a:schemeClr val="bg2">
                  <a:lumMod val="75000"/>
                </a:schemeClr>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0-01DC-4B2B-8DEC-A9D080867447}"/>
              </c:ext>
            </c:extLst>
          </c:dPt>
          <c:dLbls>
            <c:dLbl>
              <c:idx val="0"/>
              <c:layout/>
              <c:tx>
                <c:rich>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fld id="{991719E2-A8E5-43FF-9792-54F7E12ED2B6}" type="VALUE">
                      <a:rPr lang="en-US" smtClean="0">
                        <a:solidFill>
                          <a:schemeClr val="lt1"/>
                        </a:solidFill>
                        <a:latin typeface="+mn-lt"/>
                        <a:ea typeface="+mn-ea"/>
                        <a:cs typeface="+mn-cs"/>
                      </a:rPr>
                      <a:pPr>
                        <a:defRPr/>
                      </a:pPr>
                      <a:t>[VALUE]</a:t>
                    </a:fld>
                    <a:endParaRPr lang="en-US"/>
                  </a:p>
                </c:rich>
              </c:tx>
              <c:spPr>
                <a:solidFill>
                  <a:schemeClr val="dk1"/>
                </a:solidFill>
                <a:ln w="25400" cap="flat" cmpd="sng" algn="ctr">
                  <a:solidFill>
                    <a:schemeClr val="dk1">
                      <a:shade val="50000"/>
                    </a:schemeClr>
                  </a:solidFill>
                  <a:prstDash val="solid"/>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1"/>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3-98D4-4EA4-84DB-BBEE4E6B82B8}"/>
                </c:ext>
              </c:extLst>
            </c:dLbl>
            <c:dLbl>
              <c:idx val="1"/>
              <c:layout/>
              <c:tx>
                <c:rich>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fld id="{F872AC93-B224-4DA2-90C8-B10293AC99E8}" type="VALUE">
                      <a:rPr lang="en-US" smtClean="0">
                        <a:solidFill>
                          <a:schemeClr val="lt1"/>
                        </a:solidFill>
                        <a:latin typeface="+mn-lt"/>
                        <a:ea typeface="+mn-ea"/>
                        <a:cs typeface="+mn-cs"/>
                      </a:rPr>
                      <a:pPr>
                        <a:defRPr/>
                      </a:pPr>
                      <a:t>[VALUE]</a:t>
                    </a:fld>
                    <a:endParaRPr lang="en-US"/>
                  </a:p>
                </c:rich>
              </c:tx>
              <c:spPr>
                <a:solidFill>
                  <a:schemeClr val="dk1"/>
                </a:solidFill>
                <a:ln w="25400" cap="flat" cmpd="sng" algn="ctr">
                  <a:solidFill>
                    <a:schemeClr val="dk1">
                      <a:shade val="50000"/>
                    </a:schemeClr>
                  </a:solidFill>
                  <a:prstDash val="solid"/>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1"/>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1-01DC-4B2B-8DEC-A9D080867447}"/>
                </c:ext>
              </c:extLst>
            </c:dLbl>
            <c:dLbl>
              <c:idx val="2"/>
              <c:layout/>
              <c:tx>
                <c:rich>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r>
                      <a:rPr lang="en-US" dirty="0">
                        <a:solidFill>
                          <a:schemeClr val="lt1"/>
                        </a:solidFill>
                        <a:latin typeface="+mn-lt"/>
                        <a:ea typeface="+mn-ea"/>
                        <a:cs typeface="+mn-cs"/>
                      </a:rPr>
                      <a:t>7.8%</a:t>
                    </a:r>
                    <a:endParaRPr lang="en-US" dirty="0"/>
                  </a:p>
                </c:rich>
              </c:tx>
              <c:spPr>
                <a:solidFill>
                  <a:schemeClr val="dk1"/>
                </a:solidFill>
                <a:ln w="25400" cap="flat" cmpd="sng" algn="ctr">
                  <a:solidFill>
                    <a:schemeClr val="dk1">
                      <a:shade val="50000"/>
                    </a:schemeClr>
                  </a:solidFill>
                  <a:prstDash val="solid"/>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1"/>
              <c:showBubbleSize val="0"/>
              <c:extLst>
                <c:ext xmlns:c15="http://schemas.microsoft.com/office/drawing/2012/chart" uri="{CE6537A1-D6FC-4f65-9D91-7224C49458BB}">
                  <c15:layout/>
                </c:ext>
                <c:ext xmlns:c16="http://schemas.microsoft.com/office/drawing/2014/chart" uri="{C3380CC4-5D6E-409C-BE32-E72D297353CC}">
                  <c16:uniqueId val="{00000002-98D4-4EA4-84DB-BBEE4E6B82B8}"/>
                </c:ext>
              </c:extLst>
            </c:dLbl>
            <c:dLbl>
              <c:idx val="3"/>
              <c:layout>
                <c:manualLayout>
                  <c:x val="2.8117204542028932E-2"/>
                  <c:y val="0.20993944354775118"/>
                </c:manualLayout>
              </c:layout>
              <c:tx>
                <c:rich>
                  <a:bodyPr rot="0" spcFirstLastPara="1" vertOverflow="ellipsis" vert="horz" wrap="square" lIns="38100" tIns="19050" rIns="38100" bIns="19050" anchor="ctr" anchorCtr="1">
                    <a:noAutofit/>
                  </a:bodyPr>
                  <a:lstStyle/>
                  <a:p>
                    <a:pPr>
                      <a:defRPr sz="1197" b="1" i="0" u="none" strike="noStrike" kern="1200" baseline="0">
                        <a:solidFill>
                          <a:schemeClr val="lt1"/>
                        </a:solidFill>
                        <a:latin typeface="+mn-lt"/>
                        <a:ea typeface="+mn-ea"/>
                        <a:cs typeface="+mn-cs"/>
                      </a:defRPr>
                    </a:pPr>
                    <a:r>
                      <a:rPr lang="en-US" baseline="0" dirty="0">
                        <a:solidFill>
                          <a:schemeClr val="lt1"/>
                        </a:solidFill>
                        <a:latin typeface="+mn-lt"/>
                        <a:ea typeface="+mn-ea"/>
                        <a:cs typeface="+mn-cs"/>
                      </a:rPr>
                      <a:t> </a:t>
                    </a:r>
                    <a:fld id="{5D0C86E7-DF74-4B66-9209-222834B58029}" type="PERCENTAGE">
                      <a:rPr lang="en-US" baseline="0">
                        <a:solidFill>
                          <a:schemeClr val="lt1"/>
                        </a:solidFill>
                        <a:latin typeface="+mn-lt"/>
                        <a:ea typeface="+mn-ea"/>
                        <a:cs typeface="+mn-cs"/>
                      </a:rPr>
                      <a:pPr>
                        <a:defRPr/>
                      </a:pPr>
                      <a:t>[PERCENTAGE]</a:t>
                    </a:fld>
                    <a:endParaRPr lang="en-US" baseline="0" dirty="0">
                      <a:solidFill>
                        <a:schemeClr val="lt1"/>
                      </a:solidFill>
                      <a:latin typeface="+mn-lt"/>
                      <a:ea typeface="+mn-ea"/>
                      <a:cs typeface="+mn-cs"/>
                    </a:endParaRPr>
                  </a:p>
                </c:rich>
              </c:tx>
              <c:spPr>
                <a:solidFill>
                  <a:schemeClr val="dk1"/>
                </a:solidFill>
                <a:ln w="25400" cap="flat" cmpd="sng" algn="ctr">
                  <a:solidFill>
                    <a:schemeClr val="dk1">
                      <a:shade val="50000"/>
                    </a:schemeClr>
                  </a:solidFill>
                  <a:prstDash val="solid"/>
                </a:ln>
                <a:effectLst/>
              </c:spPr>
              <c:txPr>
                <a:bodyPr rot="0" spcFirstLastPara="1" vertOverflow="ellipsis" vert="horz" wrap="square" lIns="38100" tIns="19050" rIns="38100" bIns="19050" anchor="ctr" anchorCtr="1">
                  <a:noAutofit/>
                </a:bodyPr>
                <a:lstStyle/>
                <a:p>
                  <a:pPr>
                    <a:defRPr sz="1197" b="1" i="0" u="none" strike="noStrike" kern="1200" baseline="0">
                      <a:solidFill>
                        <a:schemeClr val="lt1"/>
                      </a:solidFill>
                      <a:latin typeface="+mn-lt"/>
                      <a:ea typeface="+mn-ea"/>
                      <a:cs typeface="+mn-cs"/>
                    </a:defRPr>
                  </a:pPr>
                  <a:endParaRPr lang="en-US"/>
                </a:p>
              </c:txPr>
              <c:dLblPos val="bestFit"/>
              <c:showLegendKey val="0"/>
              <c:showVal val="1"/>
              <c:showCatName val="0"/>
              <c:showSerName val="0"/>
              <c:showPercent val="1"/>
              <c:showBubbleSize val="0"/>
              <c:extLst>
                <c:ext xmlns:c15="http://schemas.microsoft.com/office/drawing/2012/chart" uri="{CE6537A1-D6FC-4f65-9D91-7224C49458BB}">
                  <c15:layout>
                    <c:manualLayout>
                      <c:w val="0.1223307997436717"/>
                      <c:h val="0.10085252152238276"/>
                    </c:manualLayout>
                  </c15:layout>
                  <c15:dlblFieldTable/>
                  <c15:showDataLabelsRange val="0"/>
                </c:ext>
                <c:ext xmlns:c16="http://schemas.microsoft.com/office/drawing/2014/chart" uri="{C3380CC4-5D6E-409C-BE32-E72D297353CC}">
                  <c16:uniqueId val="{00000000-01DC-4B2B-8DEC-A9D080867447}"/>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High school</c:v>
                </c:pt>
                <c:pt idx="1">
                  <c:v>Bachelors</c:v>
                </c:pt>
                <c:pt idx="2">
                  <c:v>Masters</c:v>
                </c:pt>
                <c:pt idx="3">
                  <c:v>PHD</c:v>
                </c:pt>
              </c:strCache>
            </c:strRef>
          </c:cat>
          <c:val>
            <c:numRef>
              <c:f>Sheet1!$B$2:$B$5</c:f>
              <c:numCache>
                <c:formatCode>0.00%</c:formatCode>
                <c:ptCount val="4"/>
                <c:pt idx="0">
                  <c:v>0.432</c:v>
                </c:pt>
                <c:pt idx="1">
                  <c:v>0.47899999999999998</c:v>
                </c:pt>
                <c:pt idx="2">
                  <c:v>7.8E-2</c:v>
                </c:pt>
                <c:pt idx="3" formatCode="0%">
                  <c:v>0.01</c:v>
                </c:pt>
              </c:numCache>
            </c:numRef>
          </c:val>
          <c:extLst>
            <c:ext xmlns:c16="http://schemas.microsoft.com/office/drawing/2014/chart" uri="{C3380CC4-5D6E-409C-BE32-E72D297353CC}">
              <c16:uniqueId val="{00000000-98D4-4EA4-84DB-BBEE4E6B82B8}"/>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b"/>
      <c:layout/>
      <c:overlay val="0"/>
      <c:spPr>
        <a:solidFill>
          <a:schemeClr val="lt1">
            <a:alpha val="78000"/>
          </a:schemeClr>
        </a:solidFill>
        <a:ln>
          <a:noFill/>
        </a:ln>
        <a:effectLst/>
      </c:spPr>
      <c:txPr>
        <a:bodyPr rot="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en-US"/>
        </a:p>
      </c:txPr>
    </c:legend>
    <c:plotVisOnly val="1"/>
    <c:dispBlanksAs val="gap"/>
    <c:showDLblsOverMax val="0"/>
  </c:chart>
  <c:spPr>
    <a:pattFill prst="dkDnDiag">
      <a:fgClr>
        <a:schemeClr val="lt1">
          <a:lumMod val="95000"/>
        </a:schemeClr>
      </a:fgClr>
      <a:bgClr>
        <a:schemeClr val="lt1"/>
      </a:bgClr>
    </a:patt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10"/>
      <c:rotY val="0"/>
      <c:depthPercent val="100"/>
      <c:rAngAx val="0"/>
    </c:view3D>
    <c:floor>
      <c:thickness val="0"/>
      <c:spPr>
        <a:solidFill>
          <a:schemeClr val="lt1"/>
        </a:solid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Sheet1!$B$1</c:f>
              <c:strCache>
                <c:ptCount val="1"/>
                <c:pt idx="0">
                  <c:v>Column1</c:v>
                </c:pt>
              </c:strCache>
            </c:strRef>
          </c:tx>
          <c:spPr>
            <a:pattFill prst="ltDnDiag">
              <a:fgClr>
                <a:schemeClr val="accent1"/>
              </a:fgClr>
              <a:bgClr>
                <a:schemeClr val="accent1">
                  <a:lumMod val="20000"/>
                  <a:lumOff val="80000"/>
                </a:schemeClr>
              </a:bgClr>
            </a:pattFill>
            <a:ln>
              <a:solidFill>
                <a:schemeClr val="accent1"/>
              </a:solidFill>
            </a:ln>
            <a:effectLst>
              <a:outerShdw blurRad="50800" dist="50800" dir="5400000" algn="ctr" rotWithShape="0">
                <a:schemeClr val="tx1">
                  <a:lumMod val="60000"/>
                  <a:lumOff val="40000"/>
                </a:schemeClr>
              </a:outerShdw>
            </a:effectLst>
            <a:sp3d>
              <a:contourClr>
                <a:schemeClr val="accent1"/>
              </a:contourClr>
            </a:sp3d>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tx1">
                          <a:lumMod val="35000"/>
                          <a:lumOff val="65000"/>
                        </a:schemeClr>
                      </a:solidFill>
                    </a:ln>
                    <a:effectLst/>
                  </c:spPr>
                </c15:leaderLines>
              </c:ext>
            </c:extLst>
          </c:dLbls>
          <c:cat>
            <c:strRef>
              <c:f>Sheet1!$A$2:$A$8</c:f>
              <c:strCache>
                <c:ptCount val="7"/>
                <c:pt idx="0">
                  <c:v>Better careere opportunities</c:v>
                </c:pt>
                <c:pt idx="1">
                  <c:v>Higher education</c:v>
                </c:pt>
                <c:pt idx="2">
                  <c:v>Political instability</c:v>
                </c:pt>
                <c:pt idx="3">
                  <c:v>Family reasons</c:v>
                </c:pt>
                <c:pt idx="4">
                  <c:v>Saftey reasons</c:v>
                </c:pt>
                <c:pt idx="5">
                  <c:v>Other</c:v>
                </c:pt>
                <c:pt idx="6">
                  <c:v>Not planning to emigrate</c:v>
                </c:pt>
              </c:strCache>
            </c:strRef>
          </c:cat>
          <c:val>
            <c:numRef>
              <c:f>Sheet1!$B$2:$B$8</c:f>
              <c:numCache>
                <c:formatCode>0%</c:formatCode>
                <c:ptCount val="7"/>
                <c:pt idx="0" formatCode="0.00%">
                  <c:v>0.628</c:v>
                </c:pt>
                <c:pt idx="1">
                  <c:v>0.33</c:v>
                </c:pt>
                <c:pt idx="2" formatCode="0.00%">
                  <c:v>0.183</c:v>
                </c:pt>
                <c:pt idx="3" formatCode="0.00%">
                  <c:v>0.126</c:v>
                </c:pt>
                <c:pt idx="4" formatCode="0.00%">
                  <c:v>0.16800000000000001</c:v>
                </c:pt>
                <c:pt idx="5" formatCode="0.00%">
                  <c:v>7.9000000000000001E-2</c:v>
                </c:pt>
                <c:pt idx="6" formatCode="0.00%">
                  <c:v>0.115</c:v>
                </c:pt>
              </c:numCache>
            </c:numRef>
          </c:val>
          <c:extLst>
            <c:ext xmlns:c16="http://schemas.microsoft.com/office/drawing/2014/chart" uri="{C3380CC4-5D6E-409C-BE32-E72D297353CC}">
              <c16:uniqueId val="{00000000-7DD9-4535-854F-C24BC6C5A819}"/>
            </c:ext>
          </c:extLst>
        </c:ser>
        <c:ser>
          <c:idx val="1"/>
          <c:order val="1"/>
          <c:tx>
            <c:strRef>
              <c:f>Sheet1!$C$1</c:f>
              <c:strCache>
                <c:ptCount val="1"/>
                <c:pt idx="0">
                  <c:v>Column2</c:v>
                </c:pt>
              </c:strCache>
            </c:strRef>
          </c:tx>
          <c:spPr>
            <a:pattFill prst="ltDnDiag">
              <a:fgClr>
                <a:schemeClr val="accent2"/>
              </a:fgClr>
              <a:bgClr>
                <a:schemeClr val="accent2">
                  <a:lumMod val="20000"/>
                  <a:lumOff val="80000"/>
                </a:schemeClr>
              </a:bgClr>
            </a:pattFill>
            <a:ln>
              <a:solidFill>
                <a:schemeClr val="accent2"/>
              </a:solidFill>
            </a:ln>
            <a:effectLst/>
            <a:sp3d>
              <a:contourClr>
                <a:schemeClr val="accent2"/>
              </a:contourClr>
            </a:sp3d>
          </c:spPr>
          <c:invertIfNegative val="0"/>
          <c:cat>
            <c:strRef>
              <c:f>Sheet1!$A$2:$A$8</c:f>
              <c:strCache>
                <c:ptCount val="7"/>
                <c:pt idx="0">
                  <c:v>Better careere opportunities</c:v>
                </c:pt>
                <c:pt idx="1">
                  <c:v>Higher education</c:v>
                </c:pt>
                <c:pt idx="2">
                  <c:v>Political instability</c:v>
                </c:pt>
                <c:pt idx="3">
                  <c:v>Family reasons</c:v>
                </c:pt>
                <c:pt idx="4">
                  <c:v>Saftey reasons</c:v>
                </c:pt>
                <c:pt idx="5">
                  <c:v>Other</c:v>
                </c:pt>
                <c:pt idx="6">
                  <c:v>Not planning to emigrate</c:v>
                </c:pt>
              </c:strCache>
            </c:strRef>
          </c:cat>
          <c:val>
            <c:numRef>
              <c:f>Sheet1!$C$2:$C$8</c:f>
              <c:numCache>
                <c:formatCode>General</c:formatCode>
                <c:ptCount val="7"/>
              </c:numCache>
            </c:numRef>
          </c:val>
          <c:extLst>
            <c:ext xmlns:c16="http://schemas.microsoft.com/office/drawing/2014/chart" uri="{C3380CC4-5D6E-409C-BE32-E72D297353CC}">
              <c16:uniqueId val="{00000004-7DD9-4535-854F-C24BC6C5A819}"/>
            </c:ext>
          </c:extLst>
        </c:ser>
        <c:dLbls>
          <c:showLegendKey val="0"/>
          <c:showVal val="0"/>
          <c:showCatName val="0"/>
          <c:showSerName val="0"/>
          <c:showPercent val="0"/>
          <c:showBubbleSize val="0"/>
        </c:dLbls>
        <c:gapWidth val="0"/>
        <c:gapDepth val="304"/>
        <c:shape val="box"/>
        <c:axId val="1603457696"/>
        <c:axId val="1603417760"/>
        <c:axId val="0"/>
      </c:bar3DChart>
      <c:catAx>
        <c:axId val="1603457696"/>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603417760"/>
        <c:crosses val="autoZero"/>
        <c:auto val="1"/>
        <c:lblAlgn val="ctr"/>
        <c:lblOffset val="100"/>
        <c:noMultiLvlLbl val="0"/>
      </c:catAx>
      <c:valAx>
        <c:axId val="1603417760"/>
        <c:scaling>
          <c:orientation val="minMax"/>
        </c:scaling>
        <c:delete val="0"/>
        <c:axPos val="l"/>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60345769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5982186761101939"/>
          <c:y val="5.4862842892768077E-2"/>
          <c:w val="0.68539694972104426"/>
          <c:h val="0.71184825049341405"/>
        </c:manualLayout>
      </c:layout>
      <c:barChart>
        <c:barDir val="bar"/>
        <c:grouping val="stacked"/>
        <c:varyColors val="0"/>
        <c:ser>
          <c:idx val="0"/>
          <c:order val="0"/>
          <c:tx>
            <c:strRef>
              <c:f>Sheet1!$B$1</c:f>
              <c:strCache>
                <c:ptCount val="1"/>
                <c:pt idx="0">
                  <c:v>Series 1</c:v>
                </c:pt>
              </c:strCache>
            </c:strRef>
          </c:tx>
          <c:spPr>
            <a:solidFill>
              <a:schemeClr val="accent1">
                <a:alpha val="7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tx1">
                          <a:lumMod val="35000"/>
                          <a:lumOff val="65000"/>
                        </a:schemeClr>
                      </a:solidFill>
                    </a:ln>
                    <a:effectLst/>
                  </c:spPr>
                </c15:leaderLines>
              </c:ext>
            </c:extLst>
          </c:dLbls>
          <c:errBars>
            <c:errBarType val="both"/>
            <c:errValType val="stdErr"/>
            <c:noEndCap val="0"/>
            <c:spPr>
              <a:noFill/>
              <a:ln w="9525" cap="flat" cmpd="sng" algn="ctr">
                <a:solidFill>
                  <a:schemeClr val="tx1">
                    <a:lumMod val="65000"/>
                    <a:lumOff val="35000"/>
                  </a:schemeClr>
                </a:solidFill>
                <a:round/>
              </a:ln>
              <a:effectLst/>
            </c:spPr>
          </c:errBars>
          <c:cat>
            <c:strRef>
              <c:f>Sheet1!$A$2:$A$10</c:f>
              <c:strCache>
                <c:ptCount val="9"/>
                <c:pt idx="0">
                  <c:v>United States</c:v>
                </c:pt>
                <c:pt idx="1">
                  <c:v>Canada</c:v>
                </c:pt>
                <c:pt idx="2">
                  <c:v>UK</c:v>
                </c:pt>
                <c:pt idx="3">
                  <c:v>Europe</c:v>
                </c:pt>
                <c:pt idx="4">
                  <c:v>Australia2</c:v>
                </c:pt>
                <c:pt idx="5">
                  <c:v>Middle East</c:v>
                </c:pt>
                <c:pt idx="6">
                  <c:v>Asian Countries</c:v>
                </c:pt>
                <c:pt idx="7">
                  <c:v>Other</c:v>
                </c:pt>
                <c:pt idx="8">
                  <c:v>Not planning to emigrate</c:v>
                </c:pt>
              </c:strCache>
            </c:strRef>
          </c:cat>
          <c:val>
            <c:numRef>
              <c:f>Sheet1!$B$2:$B$10</c:f>
              <c:numCache>
                <c:formatCode>0.00%</c:formatCode>
                <c:ptCount val="9"/>
                <c:pt idx="0">
                  <c:v>0.34</c:v>
                </c:pt>
                <c:pt idx="1">
                  <c:v>0.34</c:v>
                </c:pt>
                <c:pt idx="2">
                  <c:v>0.27200000000000002</c:v>
                </c:pt>
                <c:pt idx="3">
                  <c:v>0.26200000000000001</c:v>
                </c:pt>
                <c:pt idx="4">
                  <c:v>0.29299999999999998</c:v>
                </c:pt>
                <c:pt idx="5">
                  <c:v>0.126</c:v>
                </c:pt>
                <c:pt idx="6">
                  <c:v>0.105</c:v>
                </c:pt>
                <c:pt idx="7">
                  <c:v>9.4E-2</c:v>
                </c:pt>
                <c:pt idx="8">
                  <c:v>7.2999999999999995E-2</c:v>
                </c:pt>
              </c:numCache>
            </c:numRef>
          </c:val>
          <c:extLst>
            <c:ext xmlns:c16="http://schemas.microsoft.com/office/drawing/2014/chart" uri="{C3380CC4-5D6E-409C-BE32-E72D297353CC}">
              <c16:uniqueId val="{00000000-141B-469D-9E92-98F6439C2652}"/>
            </c:ext>
          </c:extLst>
        </c:ser>
        <c:dLbls>
          <c:dLblPos val="ctr"/>
          <c:showLegendKey val="0"/>
          <c:showVal val="1"/>
          <c:showCatName val="0"/>
          <c:showSerName val="0"/>
          <c:showPercent val="0"/>
          <c:showBubbleSize val="0"/>
        </c:dLbls>
        <c:gapWidth val="62"/>
        <c:overlap val="100"/>
        <c:axId val="1607909904"/>
        <c:axId val="1607889520"/>
      </c:barChart>
      <c:catAx>
        <c:axId val="1607909904"/>
        <c:scaling>
          <c:orientation val="minMax"/>
        </c:scaling>
        <c:delete val="0"/>
        <c:axPos val="l"/>
        <c:numFmt formatCode="General" sourceLinked="1"/>
        <c:majorTickMark val="none"/>
        <c:minorTickMark val="none"/>
        <c:tickLblPos val="nextTo"/>
        <c:spPr>
          <a:noFill/>
          <a:ln w="9525" cap="flat" cmpd="sng" algn="ctr">
            <a:solidFill>
              <a:schemeClr val="tx1">
                <a:lumMod val="25000"/>
                <a:lumOff val="75000"/>
              </a:schemeClr>
            </a:solidFill>
            <a:round/>
            <a:headEnd type="none" w="sm" len="sm"/>
            <a:tailEnd type="none" w="sm" len="sm"/>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607889520"/>
        <c:crosses val="autoZero"/>
        <c:auto val="1"/>
        <c:lblAlgn val="ctr"/>
        <c:lblOffset val="100"/>
        <c:noMultiLvlLbl val="0"/>
      </c:catAx>
      <c:valAx>
        <c:axId val="1607889520"/>
        <c:scaling>
          <c:orientation val="minMax"/>
        </c:scaling>
        <c:delete val="0"/>
        <c:axPos val="b"/>
        <c:majorGridlines>
          <c:spPr>
            <a:ln w="9525" cap="flat" cmpd="sng" algn="ctr">
              <a:gradFill>
                <a:gsLst>
                  <a:gs pos="0">
                    <a:schemeClr val="tx1">
                      <a:lumMod val="5000"/>
                      <a:lumOff val="95000"/>
                    </a:schemeClr>
                  </a:gs>
                  <a:gs pos="100000">
                    <a:schemeClr val="tx1">
                      <a:lumMod val="15000"/>
                      <a:lumOff val="85000"/>
                    </a:schemeClr>
                  </a:gs>
                </a:gsLst>
                <a:lin ang="5400000" scaled="0"/>
              </a:gra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60790990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barChart>
        <c:barDir val="col"/>
        <c:grouping val="clustered"/>
        <c:varyColors val="0"/>
        <c:ser>
          <c:idx val="0"/>
          <c:order val="0"/>
          <c:tx>
            <c:strRef>
              <c:f>Sheet1!$B$1</c:f>
              <c:strCache>
                <c:ptCount val="1"/>
                <c:pt idx="0">
                  <c:v>Sales</c:v>
                </c:pt>
              </c:strCache>
            </c:strRef>
          </c:tx>
          <c:spPr>
            <a:gradFill>
              <a:gsLst>
                <a:gs pos="0">
                  <a:schemeClr val="accent1"/>
                </a:gs>
                <a:gs pos="100000">
                  <a:schemeClr val="accent1">
                    <a:lumMod val="84000"/>
                  </a:schemeClr>
                </a:gs>
              </a:gsLst>
              <a:lin ang="5400000" scaled="1"/>
            </a:gradFill>
            <a:ln>
              <a:noFill/>
            </a:ln>
            <a:effectLst>
              <a:outerShdw blurRad="76200" dir="18900000" sy="23000" kx="-1200000" algn="bl" rotWithShape="0">
                <a:prstClr val="black">
                  <a:alpha val="20000"/>
                </a:prstClr>
              </a:outerShdw>
            </a:effectLst>
            <a:scene3d>
              <a:camera prst="orthographicFront"/>
              <a:lightRig rig="freezing" dir="t"/>
            </a:scene3d>
            <a:sp3d prstMaterial="softEdge"/>
          </c:spPr>
          <c:invertIfNegative val="0"/>
          <c:dLbls>
            <c:spPr>
              <a:noFill/>
              <a:ln>
                <a:noFill/>
              </a:ln>
              <a:effectLst/>
            </c:spPr>
            <c:txPr>
              <a:bodyPr rot="0" spcFirstLastPara="1" vertOverflow="ellipsis" vert="horz" wrap="square" lIns="38100" tIns="19050" rIns="38100" bIns="19050" anchor="ctr" anchorCtr="1">
                <a:spAutoFit/>
              </a:bodyPr>
              <a:lstStyle/>
              <a:p>
                <a:pPr>
                  <a:defRPr sz="133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dk1">
                          <a:lumMod val="50000"/>
                          <a:lumOff val="50000"/>
                        </a:schemeClr>
                      </a:solidFill>
                    </a:ln>
                    <a:effectLst/>
                  </c:spPr>
                </c15:leaderLines>
              </c:ext>
            </c:extLst>
          </c:dLbls>
          <c:cat>
            <c:strRef>
              <c:f>Sheet1!$A$2:$A$6</c:f>
              <c:strCache>
                <c:ptCount val="5"/>
                <c:pt idx="0">
                  <c:v>Very satisfied</c:v>
                </c:pt>
                <c:pt idx="1">
                  <c:v>Satisfied</c:v>
                </c:pt>
                <c:pt idx="2">
                  <c:v>Neutral</c:v>
                </c:pt>
                <c:pt idx="3">
                  <c:v>Dissatisfied</c:v>
                </c:pt>
                <c:pt idx="4">
                  <c:v>Very dissatisfied</c:v>
                </c:pt>
              </c:strCache>
            </c:strRef>
          </c:cat>
          <c:val>
            <c:numRef>
              <c:f>Sheet1!$B$2:$B$6</c:f>
              <c:numCache>
                <c:formatCode>0.00%</c:formatCode>
                <c:ptCount val="5"/>
                <c:pt idx="0">
                  <c:v>0.14499999999999999</c:v>
                </c:pt>
                <c:pt idx="1">
                  <c:v>6.2E-2</c:v>
                </c:pt>
                <c:pt idx="2">
                  <c:v>0.311</c:v>
                </c:pt>
                <c:pt idx="3">
                  <c:v>0.30599999999999999</c:v>
                </c:pt>
                <c:pt idx="4">
                  <c:v>0.17599999999999999</c:v>
                </c:pt>
              </c:numCache>
            </c:numRef>
          </c:val>
          <c:extLst>
            <c:ext xmlns:c16="http://schemas.microsoft.com/office/drawing/2014/chart" uri="{C3380CC4-5D6E-409C-BE32-E72D297353CC}">
              <c16:uniqueId val="{00000000-A072-4BFD-9F49-B56653CB146C}"/>
            </c:ext>
          </c:extLst>
        </c:ser>
        <c:dLbls>
          <c:dLblPos val="inEnd"/>
          <c:showLegendKey val="0"/>
          <c:showVal val="1"/>
          <c:showCatName val="0"/>
          <c:showSerName val="0"/>
          <c:showPercent val="0"/>
          <c:showBubbleSize val="0"/>
        </c:dLbls>
        <c:gapWidth val="41"/>
        <c:axId val="154537935"/>
        <c:axId val="154540431"/>
      </c:barChart>
      <c:catAx>
        <c:axId val="154537935"/>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dk1">
                    <a:lumMod val="65000"/>
                    <a:lumOff val="35000"/>
                  </a:schemeClr>
                </a:solidFill>
                <a:effectLst/>
                <a:latin typeface="+mn-lt"/>
                <a:ea typeface="+mn-ea"/>
                <a:cs typeface="+mn-cs"/>
              </a:defRPr>
            </a:pPr>
            <a:endParaRPr lang="en-US"/>
          </a:p>
        </c:txPr>
        <c:crossAx val="154540431"/>
        <c:crosses val="autoZero"/>
        <c:auto val="1"/>
        <c:lblAlgn val="ctr"/>
        <c:lblOffset val="100"/>
        <c:noMultiLvlLbl val="0"/>
      </c:catAx>
      <c:valAx>
        <c:axId val="154540431"/>
        <c:scaling>
          <c:orientation val="minMax"/>
        </c:scaling>
        <c:delete val="1"/>
        <c:axPos val="l"/>
        <c:numFmt formatCode="0.00%" sourceLinked="1"/>
        <c:majorTickMark val="none"/>
        <c:minorTickMark val="none"/>
        <c:tickLblPos val="nextTo"/>
        <c:crossAx val="154537935"/>
        <c:crosses val="autoZero"/>
        <c:crossBetween val="between"/>
      </c:valAx>
      <c:spPr>
        <a:noFill/>
        <a:ln>
          <a:noFill/>
        </a:ln>
        <a:effectLst/>
      </c:spPr>
    </c:plotArea>
    <c:plotVisOnly val="1"/>
    <c:dispBlanksAs val="gap"/>
    <c:showDLblsOverMax val="0"/>
  </c:chart>
  <c: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15"/>
      <c:rotY val="2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0.25982186761101939"/>
          <c:y val="5.4862842892768077E-2"/>
          <c:w val="0.68539694972104426"/>
          <c:h val="0.79979713504166272"/>
        </c:manualLayout>
      </c:layout>
      <c:bar3DChart>
        <c:barDir val="bar"/>
        <c:grouping val="stacked"/>
        <c:varyColors val="0"/>
        <c:ser>
          <c:idx val="0"/>
          <c:order val="0"/>
          <c:tx>
            <c:strRef>
              <c:f>Sheet1!$B$1</c:f>
              <c:strCache>
                <c:ptCount val="1"/>
                <c:pt idx="0">
                  <c:v>Series 1</c:v>
                </c:pt>
              </c:strCache>
            </c:strRef>
          </c:tx>
          <c:spPr>
            <a:solidFill>
              <a:schemeClr val="tx2"/>
            </a:solidFill>
            <a:ln>
              <a:noFill/>
            </a:ln>
            <a:effectLst>
              <a:outerShdw blurRad="40000" dist="23000" dir="5400000" sx="114000" sy="114000" rotWithShape="0">
                <a:srgbClr val="000000">
                  <a:alpha val="35000"/>
                </a:srgbClr>
              </a:outerShdw>
            </a:effectLst>
            <a:scene3d>
              <a:camera prst="orthographicFront">
                <a:rot lat="0" lon="0" rev="0"/>
              </a:camera>
              <a:lightRig rig="threePt" dir="t">
                <a:rot lat="0" lon="0" rev="1200000"/>
              </a:lightRig>
            </a:scene3d>
            <a:sp3d>
              <a:bevelT w="63500" h="25400"/>
            </a:sp3d>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Economic opportunities</c:v>
                </c:pt>
                <c:pt idx="1">
                  <c:v>Political instability</c:v>
                </c:pt>
                <c:pt idx="2">
                  <c:v>Social/Cultural factors</c:v>
                </c:pt>
                <c:pt idx="3">
                  <c:v>Educational limitations</c:v>
                </c:pt>
                <c:pt idx="4">
                  <c:v>Quality of life</c:v>
                </c:pt>
                <c:pt idx="5">
                  <c:v>Other</c:v>
                </c:pt>
              </c:strCache>
            </c:strRef>
          </c:cat>
          <c:val>
            <c:numRef>
              <c:f>Sheet1!$B$2:$B$7</c:f>
              <c:numCache>
                <c:formatCode>0.00%</c:formatCode>
                <c:ptCount val="6"/>
                <c:pt idx="0">
                  <c:v>0.64400000000000002</c:v>
                </c:pt>
                <c:pt idx="1">
                  <c:v>0.41899999999999998</c:v>
                </c:pt>
                <c:pt idx="2">
                  <c:v>0.22500000000000001</c:v>
                </c:pt>
                <c:pt idx="3">
                  <c:v>0.29299999999999998</c:v>
                </c:pt>
                <c:pt idx="4">
                  <c:v>0.372</c:v>
                </c:pt>
                <c:pt idx="5">
                  <c:v>0.126</c:v>
                </c:pt>
              </c:numCache>
            </c:numRef>
          </c:val>
          <c:shape val="pyramidToMax"/>
          <c:extLst>
            <c:ext xmlns:c16="http://schemas.microsoft.com/office/drawing/2014/chart" uri="{C3380CC4-5D6E-409C-BE32-E72D297353CC}">
              <c16:uniqueId val="{00000000-3877-4179-829D-86BF87E69CB3}"/>
            </c:ext>
          </c:extLst>
        </c:ser>
        <c:dLbls>
          <c:showLegendKey val="0"/>
          <c:showVal val="1"/>
          <c:showCatName val="0"/>
          <c:showSerName val="0"/>
          <c:showPercent val="0"/>
          <c:showBubbleSize val="0"/>
        </c:dLbls>
        <c:gapWidth val="60"/>
        <c:gapDepth val="260"/>
        <c:shape val="pyramidToMax"/>
        <c:axId val="1607909904"/>
        <c:axId val="1607889520"/>
        <c:axId val="0"/>
      </c:bar3DChart>
      <c:catAx>
        <c:axId val="1607909904"/>
        <c:scaling>
          <c:orientation val="minMax"/>
        </c:scaling>
        <c:delete val="0"/>
        <c:axPos val="l"/>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607889520"/>
        <c:crosses val="autoZero"/>
        <c:auto val="1"/>
        <c:lblAlgn val="ctr"/>
        <c:lblOffset val="100"/>
        <c:noMultiLvlLbl val="0"/>
      </c:catAx>
      <c:valAx>
        <c:axId val="1607889520"/>
        <c:scaling>
          <c:orientation val="minMax"/>
        </c:scaling>
        <c:delete val="0"/>
        <c:axPos val="b"/>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60790990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0.24975514076927435"/>
          <c:y val="3.0409583782701494E-2"/>
          <c:w val="0.50948266583583524"/>
          <c:h val="0.74390330826900697"/>
        </c:manualLayout>
      </c:layout>
      <c:areaChart>
        <c:grouping val="standard"/>
        <c:varyColors val="0"/>
        <c:ser>
          <c:idx val="0"/>
          <c:order val="0"/>
          <c:tx>
            <c:strRef>
              <c:f>Sheet1!$B$1</c:f>
              <c:strCache>
                <c:ptCount val="1"/>
                <c:pt idx="0">
                  <c:v>Sales</c:v>
                </c:pt>
              </c:strCache>
            </c:strRef>
          </c:tx>
          <c:spPr>
            <a:solidFill>
              <a:schemeClr val="accent1"/>
            </a:solidFill>
            <a:ln w="19050">
              <a:solidFill>
                <a:schemeClr val="lt1"/>
              </a:solidFill>
            </a:ln>
            <a:effectLst/>
            <a:scene3d>
              <a:camera prst="orthographicFront"/>
              <a:lightRig rig="twoPt" dir="t"/>
            </a:scene3d>
            <a:sp3d prstMaterial="translucentPowder"/>
          </c:spPr>
          <c:dPt>
            <c:idx val="0"/>
            <c:bubble3D val="0"/>
            <c:spPr>
              <a:solidFill>
                <a:schemeClr val="accent1">
                  <a:shade val="65000"/>
                </a:schemeClr>
              </a:solidFill>
              <a:ln w="19050">
                <a:solidFill>
                  <a:schemeClr val="lt1"/>
                </a:solidFill>
              </a:ln>
              <a:effectLst/>
              <a:scene3d>
                <a:camera prst="orthographicFront"/>
                <a:lightRig rig="twoPt" dir="t"/>
              </a:scene3d>
              <a:sp3d prstMaterial="translucentPowder"/>
            </c:spPr>
            <c:extLst>
              <c:ext xmlns:c16="http://schemas.microsoft.com/office/drawing/2014/chart" uri="{C3380CC4-5D6E-409C-BE32-E72D297353CC}">
                <c16:uniqueId val="{00000001-168E-435C-9CB5-282C1FF1A406}"/>
              </c:ext>
            </c:extLst>
          </c:dPt>
          <c:dPt>
            <c:idx val="1"/>
            <c:bubble3D val="0"/>
            <c:spPr>
              <a:solidFill>
                <a:schemeClr val="accent1"/>
              </a:solidFill>
              <a:ln w="19050">
                <a:solidFill>
                  <a:schemeClr val="lt1"/>
                </a:solidFill>
              </a:ln>
              <a:effectLst/>
              <a:scene3d>
                <a:camera prst="orthographicFront"/>
                <a:lightRig rig="twoPt" dir="t"/>
              </a:scene3d>
              <a:sp3d prstMaterial="translucentPowder"/>
            </c:spPr>
            <c:extLst>
              <c:ext xmlns:c16="http://schemas.microsoft.com/office/drawing/2014/chart" uri="{C3380CC4-5D6E-409C-BE32-E72D297353CC}">
                <c16:uniqueId val="{00000003-168E-435C-9CB5-282C1FF1A406}"/>
              </c:ext>
            </c:extLst>
          </c:dPt>
          <c:dPt>
            <c:idx val="2"/>
            <c:bubble3D val="0"/>
            <c:spPr>
              <a:solidFill>
                <a:schemeClr val="accent1">
                  <a:tint val="65000"/>
                </a:schemeClr>
              </a:solidFill>
              <a:ln w="19050">
                <a:solidFill>
                  <a:schemeClr val="lt1"/>
                </a:solidFill>
              </a:ln>
              <a:effectLst/>
              <a:scene3d>
                <a:camera prst="orthographicFront"/>
                <a:lightRig rig="twoPt" dir="t"/>
              </a:scene3d>
              <a:sp3d prstMaterial="translucentPowder"/>
            </c:spPr>
            <c:extLst>
              <c:ext xmlns:c16="http://schemas.microsoft.com/office/drawing/2014/chart" uri="{C3380CC4-5D6E-409C-BE32-E72D297353CC}">
                <c16:uniqueId val="{00000005-168E-435C-9CB5-282C1FF1A406}"/>
              </c:ext>
            </c:extLst>
          </c:dPt>
          <c:dPt>
            <c:idx val="3"/>
            <c:bubble3D val="0"/>
            <c:spPr>
              <a:solidFill>
                <a:schemeClr val="accent1">
                  <a:tint val="30000"/>
                </a:schemeClr>
              </a:solidFill>
              <a:ln w="19050">
                <a:solidFill>
                  <a:schemeClr val="lt1"/>
                </a:solidFill>
              </a:ln>
              <a:effectLst/>
              <a:scene3d>
                <a:camera prst="orthographicFront"/>
                <a:lightRig rig="twoPt" dir="t"/>
              </a:scene3d>
              <a:sp3d prstMaterial="translucentPowder"/>
            </c:spPr>
            <c:extLst>
              <c:ext xmlns:c16="http://schemas.microsoft.com/office/drawing/2014/chart" uri="{C3380CC4-5D6E-409C-BE32-E72D297353CC}">
                <c16:uniqueId val="{00000007-168E-435C-9CB5-282C1FF1A406}"/>
              </c:ext>
            </c:extLst>
          </c:dPt>
          <c:dPt>
            <c:idx val="4"/>
            <c:bubble3D val="0"/>
            <c:spPr>
              <a:solidFill>
                <a:schemeClr val="accent1">
                  <a:tint val="95000"/>
                </a:schemeClr>
              </a:solidFill>
              <a:ln w="19050">
                <a:solidFill>
                  <a:schemeClr val="lt1"/>
                </a:solidFill>
              </a:ln>
              <a:effectLst/>
              <a:scene3d>
                <a:camera prst="orthographicFront"/>
                <a:lightRig rig="twoPt" dir="t"/>
              </a:scene3d>
              <a:sp3d prstMaterial="translucentPowder"/>
            </c:spPr>
            <c:extLst>
              <c:ext xmlns:c16="http://schemas.microsoft.com/office/drawing/2014/chart" uri="{C3380CC4-5D6E-409C-BE32-E72D297353CC}">
                <c16:uniqueId val="{00000009-168E-435C-9CB5-282C1FF1A406}"/>
              </c:ext>
            </c:extLst>
          </c:dPt>
          <c:dLbls>
            <c:dLbl>
              <c:idx val="0"/>
              <c:layout>
                <c:manualLayout>
                  <c:x val="4.4964028776978415E-2"/>
                  <c:y val="3.1691120538965313E-2"/>
                </c:manualLayout>
              </c:layout>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1-168E-435C-9CB5-282C1FF1A406}"/>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Yes</c:v>
                </c:pt>
                <c:pt idx="1">
                  <c:v>No</c:v>
                </c:pt>
                <c:pt idx="2">
                  <c:v>Never been abroad</c:v>
                </c:pt>
              </c:strCache>
            </c:strRef>
          </c:cat>
          <c:val>
            <c:numRef>
              <c:f>Sheet1!$B$2:$B$4</c:f>
              <c:numCache>
                <c:formatCode>0.00%</c:formatCode>
                <c:ptCount val="3"/>
                <c:pt idx="0">
                  <c:v>0.28399999999999997</c:v>
                </c:pt>
                <c:pt idx="1">
                  <c:v>0.21099999999999999</c:v>
                </c:pt>
                <c:pt idx="2">
                  <c:v>0.505</c:v>
                </c:pt>
              </c:numCache>
            </c:numRef>
          </c:val>
          <c:extLst>
            <c:ext xmlns:c16="http://schemas.microsoft.com/office/drawing/2014/chart" uri="{C3380CC4-5D6E-409C-BE32-E72D297353CC}">
              <c16:uniqueId val="{0000000A-168E-435C-9CB5-282C1FF1A406}"/>
            </c:ext>
          </c:extLst>
        </c:ser>
        <c:dLbls>
          <c:showLegendKey val="0"/>
          <c:showVal val="0"/>
          <c:showCatName val="0"/>
          <c:showSerName val="0"/>
          <c:showPercent val="0"/>
          <c:showBubbleSize val="0"/>
        </c:dLbls>
        <c:axId val="2133709903"/>
        <c:axId val="2133710735"/>
      </c:areaChart>
      <c:catAx>
        <c:axId val="2133709903"/>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133710735"/>
        <c:crosses val="autoZero"/>
        <c:auto val="1"/>
        <c:lblAlgn val="ctr"/>
        <c:lblOffset val="100"/>
        <c:noMultiLvlLbl val="0"/>
      </c:catAx>
      <c:valAx>
        <c:axId val="2133710735"/>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133709903"/>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0.3145033422081232"/>
          <c:y val="3.6391209803562682E-2"/>
          <c:w val="0.33861935648331726"/>
          <c:h val="0.85643237915055892"/>
        </c:manualLayout>
      </c:layout>
      <c:pieChart>
        <c:varyColors val="1"/>
        <c:ser>
          <c:idx val="0"/>
          <c:order val="0"/>
          <c:tx>
            <c:strRef>
              <c:f>Sheet1!$B$1</c:f>
              <c:strCache>
                <c:ptCount val="1"/>
                <c:pt idx="0">
                  <c:v>Sales</c:v>
                </c:pt>
              </c:strCache>
            </c:strRef>
          </c:tx>
          <c:spPr>
            <a:effectLst>
              <a:innerShdw blurRad="63500" dist="50800" dir="13500000">
                <a:prstClr val="black">
                  <a:alpha val="50000"/>
                </a:prstClr>
              </a:innerShdw>
            </a:effectLst>
            <a:scene3d>
              <a:camera prst="orthographicFront"/>
              <a:lightRig rig="chilly" dir="t"/>
            </a:scene3d>
            <a:sp3d prstMaterial="dkEdge"/>
          </c:spPr>
          <c:dPt>
            <c:idx val="0"/>
            <c:bubble3D val="0"/>
            <c:spPr>
              <a:solidFill>
                <a:schemeClr val="accent1">
                  <a:shade val="53000"/>
                </a:schemeClr>
              </a:solidFill>
              <a:ln w="19050">
                <a:solidFill>
                  <a:schemeClr val="lt1"/>
                </a:solidFill>
              </a:ln>
              <a:effectLst>
                <a:innerShdw blurRad="63500" dist="50800" dir="13500000">
                  <a:prstClr val="black">
                    <a:alpha val="50000"/>
                  </a:prstClr>
                </a:innerShdw>
              </a:effectLst>
              <a:scene3d>
                <a:camera prst="orthographicFront"/>
                <a:lightRig rig="chilly" dir="t"/>
              </a:scene3d>
              <a:sp3d prstMaterial="dkEdge"/>
            </c:spPr>
            <c:extLst>
              <c:ext xmlns:c16="http://schemas.microsoft.com/office/drawing/2014/chart" uri="{C3380CC4-5D6E-409C-BE32-E72D297353CC}">
                <c16:uniqueId val="{00000001-3973-41F2-AF49-B97DBF398BDB}"/>
              </c:ext>
            </c:extLst>
          </c:dPt>
          <c:dPt>
            <c:idx val="1"/>
            <c:bubble3D val="0"/>
            <c:spPr>
              <a:solidFill>
                <a:schemeClr val="bg2">
                  <a:lumMod val="60000"/>
                  <a:lumOff val="40000"/>
                </a:schemeClr>
              </a:solidFill>
              <a:ln w="19050">
                <a:solidFill>
                  <a:schemeClr val="lt1"/>
                </a:solidFill>
              </a:ln>
              <a:effectLst>
                <a:innerShdw blurRad="63500" dist="50800" dir="13500000">
                  <a:prstClr val="black">
                    <a:alpha val="50000"/>
                  </a:prstClr>
                </a:innerShdw>
              </a:effectLst>
              <a:scene3d>
                <a:camera prst="orthographicFront"/>
                <a:lightRig rig="chilly" dir="t"/>
              </a:scene3d>
              <a:sp3d prstMaterial="dkEdge"/>
            </c:spPr>
            <c:extLst>
              <c:ext xmlns:c16="http://schemas.microsoft.com/office/drawing/2014/chart" uri="{C3380CC4-5D6E-409C-BE32-E72D297353CC}">
                <c16:uniqueId val="{00000003-3973-41F2-AF49-B97DBF398BDB}"/>
              </c:ext>
            </c:extLst>
          </c:dPt>
          <c:dPt>
            <c:idx val="2"/>
            <c:bubble3D val="0"/>
            <c:spPr>
              <a:solidFill>
                <a:schemeClr val="accent1">
                  <a:lumMod val="60000"/>
                  <a:lumOff val="40000"/>
                </a:schemeClr>
              </a:solidFill>
              <a:ln w="19050">
                <a:solidFill>
                  <a:schemeClr val="lt1"/>
                </a:solidFill>
              </a:ln>
              <a:effectLst>
                <a:innerShdw blurRad="63500" dist="50800" dir="13500000">
                  <a:prstClr val="black">
                    <a:alpha val="50000"/>
                  </a:prstClr>
                </a:innerShdw>
              </a:effectLst>
              <a:scene3d>
                <a:camera prst="orthographicFront"/>
                <a:lightRig rig="chilly" dir="t"/>
              </a:scene3d>
              <a:sp3d prstMaterial="dkEdge"/>
            </c:spPr>
            <c:extLst>
              <c:ext xmlns:c16="http://schemas.microsoft.com/office/drawing/2014/chart" uri="{C3380CC4-5D6E-409C-BE32-E72D297353CC}">
                <c16:uniqueId val="{00000005-3973-41F2-AF49-B97DBF398BDB}"/>
              </c:ext>
            </c:extLst>
          </c:dPt>
          <c:dPt>
            <c:idx val="3"/>
            <c:bubble3D val="0"/>
            <c:spPr>
              <a:solidFill>
                <a:schemeClr val="tx1">
                  <a:lumMod val="60000"/>
                  <a:lumOff val="40000"/>
                </a:schemeClr>
              </a:solidFill>
              <a:ln w="19050">
                <a:solidFill>
                  <a:schemeClr val="lt1"/>
                </a:solidFill>
              </a:ln>
              <a:effectLst>
                <a:innerShdw blurRad="63500" dist="50800" dir="13500000">
                  <a:prstClr val="black">
                    <a:alpha val="50000"/>
                  </a:prstClr>
                </a:innerShdw>
              </a:effectLst>
              <a:scene3d>
                <a:camera prst="orthographicFront"/>
                <a:lightRig rig="chilly" dir="t"/>
              </a:scene3d>
              <a:sp3d prstMaterial="dkEdge"/>
            </c:spPr>
            <c:extLst>
              <c:ext xmlns:c16="http://schemas.microsoft.com/office/drawing/2014/chart" uri="{C3380CC4-5D6E-409C-BE32-E72D297353CC}">
                <c16:uniqueId val="{00000007-3973-41F2-AF49-B97DBF398BDB}"/>
              </c:ext>
            </c:extLst>
          </c:dPt>
          <c:dPt>
            <c:idx val="4"/>
            <c:bubble3D val="0"/>
            <c:spPr>
              <a:solidFill>
                <a:schemeClr val="tx2">
                  <a:lumMod val="50000"/>
                </a:schemeClr>
              </a:solidFill>
              <a:ln w="19050">
                <a:solidFill>
                  <a:schemeClr val="lt1"/>
                </a:solidFill>
              </a:ln>
              <a:effectLst>
                <a:innerShdw blurRad="63500" dist="50800" dir="13500000">
                  <a:prstClr val="black">
                    <a:alpha val="50000"/>
                  </a:prstClr>
                </a:innerShdw>
              </a:effectLst>
              <a:scene3d>
                <a:camera prst="orthographicFront"/>
                <a:lightRig rig="chilly" dir="t"/>
              </a:scene3d>
              <a:sp3d prstMaterial="dkEdge"/>
            </c:spPr>
            <c:extLst>
              <c:ext xmlns:c16="http://schemas.microsoft.com/office/drawing/2014/chart" uri="{C3380CC4-5D6E-409C-BE32-E72D297353CC}">
                <c16:uniqueId val="{00000009-3973-41F2-AF49-B97DBF398BDB}"/>
              </c:ext>
            </c:extLst>
          </c:dPt>
          <c:dLbls>
            <c:dLbl>
              <c:idx val="0"/>
              <c:layout>
                <c:manualLayout>
                  <c:x val="3.3925465926471422E-2"/>
                  <c:y val="0.15238138560964051"/>
                </c:manualLayout>
              </c:layout>
              <c:dLblPos val="bestFit"/>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1-3973-41F2-AF49-B97DBF398BDB}"/>
                </c:ext>
              </c:extLst>
            </c:dLbl>
            <c:dLbl>
              <c:idx val="1"/>
              <c:layout>
                <c:manualLayout>
                  <c:x val="8.8528083045374725E-2"/>
                  <c:y val="-0.20313924329923569"/>
                </c:manualLayout>
              </c:layout>
              <c:dLblPos val="bestFit"/>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3-3973-41F2-AF49-B97DBF398BDB}"/>
                </c:ext>
              </c:extLst>
            </c:dLbl>
            <c:dLbl>
              <c:idx val="2"/>
              <c:layout>
                <c:manualLayout>
                  <c:x val="9.5415793349572307E-4"/>
                  <c:y val="2.7968937093710587E-2"/>
                </c:manualLayout>
              </c:layout>
              <c:dLblPos val="bestFit"/>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5-3973-41F2-AF49-B97DBF398BDB}"/>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15:layout/>
              </c:ext>
            </c:extLst>
          </c:dLbls>
          <c:cat>
            <c:strRef>
              <c:f>Sheet1!$A$2:$A$6</c:f>
              <c:strCache>
                <c:ptCount val="5"/>
                <c:pt idx="0">
                  <c:v>Ver important</c:v>
                </c:pt>
                <c:pt idx="1">
                  <c:v>Important</c:v>
                </c:pt>
                <c:pt idx="2">
                  <c:v>Neutral</c:v>
                </c:pt>
                <c:pt idx="3">
                  <c:v>Not important</c:v>
                </c:pt>
                <c:pt idx="4">
                  <c:v>Not at all important</c:v>
                </c:pt>
              </c:strCache>
            </c:strRef>
          </c:cat>
          <c:val>
            <c:numRef>
              <c:f>Sheet1!$B$2:$B$6</c:f>
              <c:numCache>
                <c:formatCode>0.00%</c:formatCode>
                <c:ptCount val="5"/>
                <c:pt idx="0">
                  <c:v>0.25800000000000001</c:v>
                </c:pt>
                <c:pt idx="1">
                  <c:v>0.374</c:v>
                </c:pt>
                <c:pt idx="2">
                  <c:v>0.27400000000000002</c:v>
                </c:pt>
                <c:pt idx="3">
                  <c:v>5.2999999999999999E-2</c:v>
                </c:pt>
                <c:pt idx="4">
                  <c:v>4.2000000000000003E-2</c:v>
                </c:pt>
              </c:numCache>
            </c:numRef>
          </c:val>
          <c:extLst>
            <c:ext xmlns:c16="http://schemas.microsoft.com/office/drawing/2014/chart" uri="{C3380CC4-5D6E-409C-BE32-E72D297353CC}">
              <c16:uniqueId val="{0000000A-3973-41F2-AF49-B97DBF398BDB}"/>
            </c:ext>
          </c:extLst>
        </c:ser>
        <c:dLbls>
          <c:dLblPos val="bestFit"/>
          <c:showLegendKey val="0"/>
          <c:showVal val="1"/>
          <c:showCatName val="0"/>
          <c:showSerName val="0"/>
          <c:showPercent val="0"/>
          <c:showBubbleSize val="0"/>
          <c:showLeaderLines val="1"/>
        </c:dLbls>
        <c:firstSliceAng val="0"/>
      </c:pieChart>
      <c:spPr>
        <a:noFill/>
        <a:ln>
          <a:noFill/>
        </a:ln>
        <a:effectLst/>
      </c:spPr>
    </c:plotArea>
    <c:legend>
      <c:legendPos val="b"/>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0.34430479440816458"/>
          <c:y val="6.0125204310126037E-2"/>
          <c:w val="0.33861935648331726"/>
          <c:h val="0.85643237915055892"/>
        </c:manualLayout>
      </c:layout>
      <c:doughnutChart>
        <c:varyColors val="1"/>
        <c:ser>
          <c:idx val="0"/>
          <c:order val="0"/>
          <c:tx>
            <c:strRef>
              <c:f>Sheet1!$B$1</c:f>
              <c:strCache>
                <c:ptCount val="1"/>
                <c:pt idx="0">
                  <c:v>Sales</c:v>
                </c:pt>
              </c:strCache>
            </c:strRef>
          </c:tx>
          <c:spPr>
            <a:effectLst>
              <a:outerShdw blurRad="215900" sx="102000" sy="102000" algn="ctr" rotWithShape="0">
                <a:prstClr val="black">
                  <a:alpha val="40000"/>
                </a:prstClr>
              </a:outerShdw>
            </a:effectLst>
            <a:scene3d>
              <a:camera prst="orthographicFront"/>
              <a:lightRig rig="threePt" dir="t"/>
            </a:scene3d>
            <a:sp3d>
              <a:bevelT/>
              <a:bevelB/>
            </a:sp3d>
          </c:spPr>
          <c:dPt>
            <c:idx val="0"/>
            <c:bubble3D val="0"/>
            <c:spPr>
              <a:solidFill>
                <a:schemeClr val="accent1">
                  <a:shade val="65000"/>
                </a:schemeClr>
              </a:solidFill>
              <a:ln w="19050">
                <a:solidFill>
                  <a:schemeClr val="lt1"/>
                </a:solidFill>
              </a:ln>
              <a:effectLst>
                <a:outerShdw blurRad="215900" sx="102000" sy="102000" algn="ctr" rotWithShape="0">
                  <a:prstClr val="black">
                    <a:alpha val="40000"/>
                  </a:prstClr>
                </a:outerShdw>
              </a:effectLst>
              <a:scene3d>
                <a:camera prst="orthographicFront"/>
                <a:lightRig rig="threePt" dir="t"/>
              </a:scene3d>
              <a:sp3d>
                <a:bevelT/>
                <a:bevelB/>
              </a:sp3d>
            </c:spPr>
            <c:extLst>
              <c:ext xmlns:c16="http://schemas.microsoft.com/office/drawing/2014/chart" uri="{C3380CC4-5D6E-409C-BE32-E72D297353CC}">
                <c16:uniqueId val="{00000001-00CF-4DAD-88C6-50971754DE81}"/>
              </c:ext>
            </c:extLst>
          </c:dPt>
          <c:dPt>
            <c:idx val="1"/>
            <c:bubble3D val="0"/>
            <c:spPr>
              <a:solidFill>
                <a:srgbClr val="0E0585"/>
              </a:solidFill>
              <a:ln w="19050">
                <a:solidFill>
                  <a:schemeClr val="lt1"/>
                </a:solidFill>
              </a:ln>
              <a:effectLst>
                <a:outerShdw blurRad="215900" sx="102000" sy="102000" algn="ctr" rotWithShape="0">
                  <a:prstClr val="black">
                    <a:alpha val="40000"/>
                  </a:prstClr>
                </a:outerShdw>
              </a:effectLst>
              <a:scene3d>
                <a:camera prst="orthographicFront"/>
                <a:lightRig rig="threePt" dir="t"/>
              </a:scene3d>
              <a:sp3d>
                <a:bevelT/>
                <a:bevelB/>
              </a:sp3d>
            </c:spPr>
            <c:extLst>
              <c:ext xmlns:c16="http://schemas.microsoft.com/office/drawing/2014/chart" uri="{C3380CC4-5D6E-409C-BE32-E72D297353CC}">
                <c16:uniqueId val="{00000003-00CF-4DAD-88C6-50971754DE81}"/>
              </c:ext>
            </c:extLst>
          </c:dPt>
          <c:dPt>
            <c:idx val="2"/>
            <c:bubble3D val="0"/>
            <c:spPr>
              <a:solidFill>
                <a:schemeClr val="accent1">
                  <a:lumMod val="40000"/>
                  <a:lumOff val="60000"/>
                </a:schemeClr>
              </a:solidFill>
              <a:ln w="19050">
                <a:solidFill>
                  <a:schemeClr val="lt1"/>
                </a:solidFill>
              </a:ln>
              <a:effectLst>
                <a:outerShdw blurRad="215900" sx="102000" sy="102000" algn="ctr" rotWithShape="0">
                  <a:prstClr val="black">
                    <a:alpha val="40000"/>
                  </a:prstClr>
                </a:outerShdw>
              </a:effectLst>
              <a:scene3d>
                <a:camera prst="orthographicFront"/>
                <a:lightRig rig="threePt" dir="t"/>
              </a:scene3d>
              <a:sp3d>
                <a:bevelT/>
                <a:bevelB/>
              </a:sp3d>
            </c:spPr>
            <c:extLst>
              <c:ext xmlns:c16="http://schemas.microsoft.com/office/drawing/2014/chart" uri="{C3380CC4-5D6E-409C-BE32-E72D297353CC}">
                <c16:uniqueId val="{00000005-00CF-4DAD-88C6-50971754DE81}"/>
              </c:ext>
            </c:extLst>
          </c:dPt>
          <c:dPt>
            <c:idx val="3"/>
            <c:bubble3D val="0"/>
            <c:spPr>
              <a:solidFill>
                <a:schemeClr val="accent1">
                  <a:tint val="30000"/>
                </a:schemeClr>
              </a:solidFill>
              <a:ln w="19050">
                <a:solidFill>
                  <a:schemeClr val="lt1"/>
                </a:solidFill>
              </a:ln>
              <a:effectLst>
                <a:outerShdw blurRad="215900" sx="102000" sy="102000" algn="ctr" rotWithShape="0">
                  <a:prstClr val="black">
                    <a:alpha val="40000"/>
                  </a:prstClr>
                </a:outerShdw>
              </a:effectLst>
              <a:scene3d>
                <a:camera prst="orthographicFront"/>
                <a:lightRig rig="threePt" dir="t"/>
              </a:scene3d>
              <a:sp3d>
                <a:bevelT/>
                <a:bevelB/>
              </a:sp3d>
            </c:spPr>
            <c:extLst>
              <c:ext xmlns:c16="http://schemas.microsoft.com/office/drawing/2014/chart" uri="{C3380CC4-5D6E-409C-BE32-E72D297353CC}">
                <c16:uniqueId val="{00000007-00CF-4DAD-88C6-50971754DE81}"/>
              </c:ext>
            </c:extLst>
          </c:dPt>
          <c:dPt>
            <c:idx val="4"/>
            <c:bubble3D val="0"/>
            <c:spPr>
              <a:solidFill>
                <a:schemeClr val="accent1">
                  <a:tint val="95000"/>
                </a:schemeClr>
              </a:solidFill>
              <a:ln w="19050">
                <a:solidFill>
                  <a:schemeClr val="lt1"/>
                </a:solidFill>
              </a:ln>
              <a:effectLst>
                <a:outerShdw blurRad="215900" sx="102000" sy="102000" algn="ctr" rotWithShape="0">
                  <a:prstClr val="black">
                    <a:alpha val="40000"/>
                  </a:prstClr>
                </a:outerShdw>
              </a:effectLst>
              <a:scene3d>
                <a:camera prst="orthographicFront"/>
                <a:lightRig rig="threePt" dir="t"/>
              </a:scene3d>
              <a:sp3d>
                <a:bevelT/>
                <a:bevelB/>
              </a:sp3d>
            </c:spPr>
            <c:extLst>
              <c:ext xmlns:c16="http://schemas.microsoft.com/office/drawing/2014/chart" uri="{C3380CC4-5D6E-409C-BE32-E72D297353CC}">
                <c16:uniqueId val="{00000009-00CF-4DAD-88C6-50971754DE81}"/>
              </c:ext>
            </c:extLst>
          </c:dPt>
          <c:dLbls>
            <c:dLbl>
              <c:idx val="0"/>
              <c:layout>
                <c:manualLayout>
                  <c:x val="0.13111322229975703"/>
                  <c:y val="3.7417019159645688E-2"/>
                </c:manualLayout>
              </c:layout>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1-00CF-4DAD-88C6-50971754DE81}"/>
                </c:ext>
              </c:extLst>
            </c:dLbl>
            <c:dLbl>
              <c:idx val="1"/>
              <c:layout>
                <c:manualLayout>
                  <c:x val="-7.5857153589154791E-2"/>
                  <c:y val="0.12514039605048391"/>
                </c:manualLayout>
              </c:layout>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3-00CF-4DAD-88C6-50971754DE81}"/>
                </c:ext>
              </c:extLst>
            </c:dLbl>
            <c:dLbl>
              <c:idx val="2"/>
              <c:layout>
                <c:manualLayout>
                  <c:x val="-9.662150452656508E-2"/>
                  <c:y val="5.0755251326217068E-2"/>
                </c:manualLayout>
              </c:layout>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5-00CF-4DAD-88C6-50971754DE81}"/>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Sheet1!$A$2:$A$4</c:f>
              <c:strCache>
                <c:ptCount val="3"/>
                <c:pt idx="0">
                  <c:v>Yes</c:v>
                </c:pt>
                <c:pt idx="1">
                  <c:v>Maybe</c:v>
                </c:pt>
                <c:pt idx="2">
                  <c:v>No</c:v>
                </c:pt>
              </c:strCache>
            </c:strRef>
          </c:cat>
          <c:val>
            <c:numRef>
              <c:f>Sheet1!$B$2:$B$4</c:f>
              <c:numCache>
                <c:formatCode>0.00%</c:formatCode>
                <c:ptCount val="3"/>
                <c:pt idx="0">
                  <c:v>0.38900000000000001</c:v>
                </c:pt>
                <c:pt idx="1">
                  <c:v>6.2E-2</c:v>
                </c:pt>
                <c:pt idx="2">
                  <c:v>0.311</c:v>
                </c:pt>
              </c:numCache>
            </c:numRef>
          </c:val>
          <c:extLst>
            <c:ext xmlns:c16="http://schemas.microsoft.com/office/drawing/2014/chart" uri="{C3380CC4-5D6E-409C-BE32-E72D297353CC}">
              <c16:uniqueId val="{0000000A-00CF-4DAD-88C6-50971754DE81}"/>
            </c:ext>
          </c:extLst>
        </c:ser>
        <c:dLbls>
          <c:showLegendKey val="0"/>
          <c:showVal val="1"/>
          <c:showCatName val="0"/>
          <c:showSerName val="0"/>
          <c:showPercent val="0"/>
          <c:showBubbleSize val="0"/>
          <c:showLeaderLines val="1"/>
        </c:dLbls>
        <c:firstSliceAng val="0"/>
        <c:holeSize val="50"/>
      </c:doughnutChart>
      <c:spPr>
        <a:noFill/>
        <a:ln>
          <a:noFill/>
        </a:ln>
        <a:effectLst>
          <a:innerShdw blurRad="63500" dist="50800" dir="10800000">
            <a:prstClr val="black">
              <a:alpha val="50000"/>
            </a:prstClr>
          </a:innerShdw>
        </a:effectLst>
      </c:spPr>
    </c:plotArea>
    <c:legend>
      <c:legendPos val="b"/>
      <c:layout>
        <c:manualLayout>
          <c:xMode val="edge"/>
          <c:yMode val="edge"/>
          <c:x val="0.68983910157020167"/>
          <c:y val="0.8564729073466425"/>
          <c:w val="0.22307716924859372"/>
          <c:h val="9.1311909285369613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0.1794580593455255"/>
          <c:y val="0.14082139678792524"/>
          <c:w val="0.74655519475091336"/>
          <c:h val="0.6043431091864635"/>
        </c:manualLayout>
      </c:layout>
      <c:areaChart>
        <c:grouping val="stacked"/>
        <c:varyColors val="0"/>
        <c:ser>
          <c:idx val="0"/>
          <c:order val="0"/>
          <c:tx>
            <c:strRef>
              <c:f>Sheet1!$B$1</c:f>
              <c:strCache>
                <c:ptCount val="1"/>
                <c:pt idx="0">
                  <c:v>Sales</c:v>
                </c:pt>
              </c:strCache>
            </c:strRef>
          </c:tx>
          <c:spPr>
            <a:solidFill>
              <a:schemeClr val="accent1"/>
            </a:solidFill>
            <a:ln w="19050" cmpd="sng">
              <a:solidFill>
                <a:schemeClr val="lt1"/>
              </a:solidFill>
              <a:prstDash val="lgDash"/>
            </a:ln>
            <a:effectLst/>
          </c:spPr>
          <c:dPt>
            <c:idx val="0"/>
            <c:bubble3D val="0"/>
            <c:spPr>
              <a:solidFill>
                <a:srgbClr val="0E0585"/>
              </a:solidFill>
              <a:ln w="19050" cmpd="sng">
                <a:solidFill>
                  <a:schemeClr val="lt1"/>
                </a:solidFill>
                <a:prstDash val="lgDash"/>
              </a:ln>
              <a:effectLst/>
            </c:spPr>
            <c:extLst>
              <c:ext xmlns:c16="http://schemas.microsoft.com/office/drawing/2014/chart" uri="{C3380CC4-5D6E-409C-BE32-E72D297353CC}">
                <c16:uniqueId val="{00000001-6375-42EC-BC44-A2E58CA3AA03}"/>
              </c:ext>
            </c:extLst>
          </c:dPt>
          <c:dPt>
            <c:idx val="1"/>
            <c:bubble3D val="0"/>
            <c:spPr>
              <a:solidFill>
                <a:schemeClr val="accent1">
                  <a:shade val="70000"/>
                </a:schemeClr>
              </a:solidFill>
              <a:ln w="19050" cmpd="sng">
                <a:solidFill>
                  <a:schemeClr val="lt1"/>
                </a:solidFill>
                <a:prstDash val="lgDash"/>
              </a:ln>
              <a:effectLst/>
            </c:spPr>
            <c:extLst>
              <c:ext xmlns:c16="http://schemas.microsoft.com/office/drawing/2014/chart" uri="{C3380CC4-5D6E-409C-BE32-E72D297353CC}">
                <c16:uniqueId val="{00000003-6375-42EC-BC44-A2E58CA3AA03}"/>
              </c:ext>
            </c:extLst>
          </c:dPt>
          <c:dPt>
            <c:idx val="2"/>
            <c:bubble3D val="0"/>
            <c:spPr>
              <a:solidFill>
                <a:srgbClr val="0070C0"/>
              </a:solidFill>
              <a:ln w="19050" cmpd="sng">
                <a:solidFill>
                  <a:schemeClr val="lt1"/>
                </a:solidFill>
                <a:prstDash val="lgDash"/>
              </a:ln>
              <a:effectLst/>
            </c:spPr>
            <c:extLst>
              <c:ext xmlns:c16="http://schemas.microsoft.com/office/drawing/2014/chart" uri="{C3380CC4-5D6E-409C-BE32-E72D297353CC}">
                <c16:uniqueId val="{00000005-6375-42EC-BC44-A2E58CA3AA03}"/>
              </c:ext>
            </c:extLst>
          </c:dPt>
          <c:dPt>
            <c:idx val="3"/>
            <c:bubble3D val="0"/>
            <c:spPr>
              <a:solidFill>
                <a:schemeClr val="accent1"/>
              </a:solidFill>
              <a:ln w="19050" cmpd="sng">
                <a:solidFill>
                  <a:schemeClr val="lt1"/>
                </a:solidFill>
                <a:prstDash val="lgDash"/>
              </a:ln>
              <a:effectLst/>
            </c:spPr>
            <c:extLst>
              <c:ext xmlns:c16="http://schemas.microsoft.com/office/drawing/2014/chart" uri="{C3380CC4-5D6E-409C-BE32-E72D297353CC}">
                <c16:uniqueId val="{00000007-6375-42EC-BC44-A2E58CA3AA03}"/>
              </c:ext>
            </c:extLst>
          </c:dPt>
          <c:dPt>
            <c:idx val="4"/>
            <c:bubble3D val="0"/>
            <c:spPr>
              <a:solidFill>
                <a:srgbClr val="9C9CC8"/>
              </a:solidFill>
              <a:ln w="19050" cmpd="sng">
                <a:solidFill>
                  <a:schemeClr val="lt1"/>
                </a:solidFill>
                <a:prstDash val="lgDash"/>
              </a:ln>
              <a:effectLst/>
            </c:spPr>
            <c:extLst>
              <c:ext xmlns:c16="http://schemas.microsoft.com/office/drawing/2014/chart" uri="{C3380CC4-5D6E-409C-BE32-E72D297353CC}">
                <c16:uniqueId val="{00000009-6375-42EC-BC44-A2E58CA3AA03}"/>
              </c:ext>
            </c:extLst>
          </c:dPt>
          <c:dPt>
            <c:idx val="5"/>
            <c:bubble3D val="0"/>
            <c:spPr>
              <a:solidFill>
                <a:schemeClr val="bg2">
                  <a:lumMod val="20000"/>
                  <a:lumOff val="80000"/>
                </a:schemeClr>
              </a:solidFill>
              <a:ln w="19050" cmpd="sng">
                <a:solidFill>
                  <a:schemeClr val="lt1"/>
                </a:solidFill>
                <a:prstDash val="lgDash"/>
              </a:ln>
              <a:effectLst/>
            </c:spPr>
            <c:extLst>
              <c:ext xmlns:c16="http://schemas.microsoft.com/office/drawing/2014/chart" uri="{C3380CC4-5D6E-409C-BE32-E72D297353CC}">
                <c16:uniqueId val="{0000000B-21E0-4E31-8B88-38987000BAF8}"/>
              </c:ext>
            </c:extLst>
          </c:dPt>
          <c:dLbls>
            <c:dLbl>
              <c:idx val="0"/>
              <c:layout>
                <c:manualLayout>
                  <c:x val="2.7627817936985842E-2"/>
                  <c:y val="7.067675894520487E-3"/>
                </c:manualLayout>
              </c:layout>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1-6375-42EC-BC44-A2E58CA3AA03}"/>
                </c:ext>
              </c:extLst>
            </c:dLbl>
            <c:dLbl>
              <c:idx val="1"/>
              <c:layout>
                <c:manualLayout>
                  <c:x val="1.8573887248242788E-2"/>
                  <c:y val="-0.14330096390648811"/>
                </c:manualLayout>
              </c:layout>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3-6375-42EC-BC44-A2E58CA3AA03}"/>
                </c:ext>
              </c:extLst>
            </c:dLbl>
            <c:dLbl>
              <c:idx val="2"/>
              <c:layout>
                <c:manualLayout>
                  <c:x val="2.4053809455491421E-2"/>
                  <c:y val="-1.3710503624227098E-2"/>
                </c:manualLayout>
              </c:layout>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5-6375-42EC-BC44-A2E58CA3AA03}"/>
                </c:ext>
              </c:extLst>
            </c:dLbl>
            <c:dLbl>
              <c:idx val="3"/>
              <c:layout>
                <c:manualLayout>
                  <c:x val="-1.0911298526564499E-3"/>
                  <c:y val="-7.1828207935287561E-2"/>
                </c:manualLayout>
              </c:layout>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7-6375-42EC-BC44-A2E58CA3AA03}"/>
                </c:ext>
              </c:extLst>
            </c:dLbl>
            <c:dLbl>
              <c:idx val="4"/>
              <c:layout>
                <c:manualLayout>
                  <c:x val="7.5488177720258298E-3"/>
                  <c:y val="1.2859063483122759E-2"/>
                </c:manualLayout>
              </c:layout>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9-6375-42EC-BC44-A2E58CA3AA03}"/>
                </c:ext>
              </c:extLst>
            </c:dLbl>
            <c:dLbl>
              <c:idx val="5"/>
              <c:layout>
                <c:manualLayout>
                  <c:x val="0.1037879895303605"/>
                  <c:y val="-2.3517389674400876E-3"/>
                </c:manualLayout>
              </c:layout>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B-21E0-4E31-8B88-38987000BAF8}"/>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Better job prospects</c:v>
                </c:pt>
                <c:pt idx="1">
                  <c:v>Family reasons</c:v>
                </c:pt>
                <c:pt idx="2">
                  <c:v>Improved political stability</c:v>
                </c:pt>
                <c:pt idx="3">
                  <c:v>Retirement</c:v>
                </c:pt>
                <c:pt idx="4">
                  <c:v>Other</c:v>
                </c:pt>
                <c:pt idx="5">
                  <c:v>Not planning to return</c:v>
                </c:pt>
              </c:strCache>
            </c:strRef>
          </c:cat>
          <c:val>
            <c:numRef>
              <c:f>Sheet1!$B$2:$B$7</c:f>
              <c:numCache>
                <c:formatCode>0.00%</c:formatCode>
                <c:ptCount val="6"/>
                <c:pt idx="0">
                  <c:v>0.158</c:v>
                </c:pt>
                <c:pt idx="1">
                  <c:v>0.40200000000000002</c:v>
                </c:pt>
                <c:pt idx="2">
                  <c:v>7.5999999999999998E-2</c:v>
                </c:pt>
                <c:pt idx="3" formatCode="0%">
                  <c:v>0.06</c:v>
                </c:pt>
                <c:pt idx="4">
                  <c:v>0.125</c:v>
                </c:pt>
                <c:pt idx="5">
                  <c:v>0.17899999999999999</c:v>
                </c:pt>
              </c:numCache>
            </c:numRef>
          </c:val>
          <c:extLst>
            <c:ext xmlns:c16="http://schemas.microsoft.com/office/drawing/2014/chart" uri="{C3380CC4-5D6E-409C-BE32-E72D297353CC}">
              <c16:uniqueId val="{0000000A-6375-42EC-BC44-A2E58CA3AA03}"/>
            </c:ext>
          </c:extLst>
        </c:ser>
        <c:dLbls>
          <c:showLegendKey val="0"/>
          <c:showVal val="0"/>
          <c:showCatName val="0"/>
          <c:showSerName val="0"/>
          <c:showPercent val="0"/>
          <c:showBubbleSize val="0"/>
        </c:dLbls>
        <c:axId val="173710879"/>
        <c:axId val="173714207"/>
      </c:areaChart>
      <c:valAx>
        <c:axId val="173714207"/>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73710879"/>
        <c:crosses val="autoZero"/>
        <c:crossBetween val="midCat"/>
      </c:valAx>
      <c:catAx>
        <c:axId val="173710879"/>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73714207"/>
        <c:crosses val="autoZero"/>
        <c:auto val="1"/>
        <c:lblAlgn val="ctr"/>
        <c:lblOffset val="100"/>
        <c:noMultiLvlLbl val="0"/>
      </c:cat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view3D>
      <c:rotX val="15"/>
      <c:rotY val="2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0.13557374866193703"/>
          <c:y val="0.13018487320204439"/>
          <c:w val="0.63310848541440157"/>
          <c:h val="0.58963646962875516"/>
        </c:manualLayout>
      </c:layout>
      <c:bar3DChart>
        <c:barDir val="col"/>
        <c:grouping val="clustered"/>
        <c:varyColors val="0"/>
        <c:ser>
          <c:idx val="0"/>
          <c:order val="0"/>
          <c:tx>
            <c:strRef>
              <c:f>Sheet1!$B$1</c:f>
              <c:strCache>
                <c:ptCount val="1"/>
                <c:pt idx="0">
                  <c:v>Sales</c:v>
                </c:pt>
              </c:strCache>
            </c:strRef>
          </c:tx>
          <c:spPr>
            <a:solidFill>
              <a:schemeClr val="accent1"/>
            </a:solidFill>
            <a:ln w="25400">
              <a:solidFill>
                <a:schemeClr val="lt1"/>
              </a:solidFill>
            </a:ln>
            <a:effectLst/>
            <a:sp3d contourW="25400">
              <a:contourClr>
                <a:schemeClr val="lt1"/>
              </a:contourClr>
            </a:sp3d>
          </c:spPr>
          <c:invertIfNegative val="0"/>
          <c:dPt>
            <c:idx val="0"/>
            <c:invertIfNegative val="0"/>
            <c:bubble3D val="0"/>
            <c:spPr>
              <a:solidFill>
                <a:schemeClr val="accent1">
                  <a:shade val="53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01-CD54-46E8-A8D3-A723D4E478DC}"/>
              </c:ext>
            </c:extLst>
          </c:dPt>
          <c:dPt>
            <c:idx val="1"/>
            <c:invertIfNegative val="0"/>
            <c:bubble3D val="0"/>
            <c:spPr>
              <a:solidFill>
                <a:schemeClr val="bg2">
                  <a:lumMod val="20000"/>
                  <a:lumOff val="80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03-CD54-46E8-A8D3-A723D4E478DC}"/>
              </c:ext>
            </c:extLst>
          </c:dPt>
          <c:dPt>
            <c:idx val="2"/>
            <c:invertIfNegative val="0"/>
            <c:bubble3D val="0"/>
            <c:spPr>
              <a:solidFill>
                <a:schemeClr val="bg2">
                  <a:lumMod val="75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05-CD54-46E8-A8D3-A723D4E478DC}"/>
              </c:ext>
            </c:extLst>
          </c:dPt>
          <c:dPt>
            <c:idx val="3"/>
            <c:invertIfNegative val="0"/>
            <c:bubble3D val="0"/>
            <c:spPr>
              <a:solidFill>
                <a:srgbClr val="9C9CC8"/>
              </a:solidFill>
              <a:ln w="25400">
                <a:solidFill>
                  <a:schemeClr val="lt1"/>
                </a:solidFill>
              </a:ln>
              <a:effectLst/>
              <a:sp3d contourW="25400">
                <a:contourClr>
                  <a:schemeClr val="lt1"/>
                </a:contourClr>
              </a:sp3d>
            </c:spPr>
            <c:extLst>
              <c:ext xmlns:c16="http://schemas.microsoft.com/office/drawing/2014/chart" uri="{C3380CC4-5D6E-409C-BE32-E72D297353CC}">
                <c16:uniqueId val="{00000007-CD54-46E8-A8D3-A723D4E478DC}"/>
              </c:ext>
            </c:extLst>
          </c:dPt>
          <c:dPt>
            <c:idx val="4"/>
            <c:invertIfNegative val="0"/>
            <c:bubble3D val="0"/>
            <c:spPr>
              <a:solidFill>
                <a:schemeClr val="tx2">
                  <a:lumMod val="40000"/>
                  <a:lumOff val="60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09-CD54-46E8-A8D3-A723D4E478DC}"/>
              </c:ext>
            </c:extLst>
          </c:dPt>
          <c:dPt>
            <c:idx val="5"/>
            <c:invertIfNegative val="0"/>
            <c:bubble3D val="0"/>
            <c:spPr>
              <a:solidFill>
                <a:schemeClr val="accent1">
                  <a:tint val="30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0B-CD54-46E8-A8D3-A723D4E478DC}"/>
              </c:ext>
            </c:extLst>
          </c:dPt>
          <c:dLbls>
            <c:dLbl>
              <c:idx val="0"/>
              <c:layout>
                <c:manualLayout>
                  <c:x val="7.7912082040923055E-3"/>
                  <c:y val="-2.8139123929466072E-2"/>
                </c:manualLayout>
              </c:layout>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1-CD54-46E8-A8D3-A723D4E478DC}"/>
                </c:ext>
              </c:extLst>
            </c:dLbl>
            <c:dLbl>
              <c:idx val="1"/>
              <c:layout>
                <c:manualLayout>
                  <c:x val="2.2608145457582964E-2"/>
                  <c:y val="-3.2993462775077684E-2"/>
                </c:manualLayout>
              </c:layout>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3-CD54-46E8-A8D3-A723D4E478DC}"/>
                </c:ext>
              </c:extLst>
            </c:dLbl>
            <c:dLbl>
              <c:idx val="2"/>
              <c:layout>
                <c:manualLayout>
                  <c:x val="2.3192730158359879E-2"/>
                  <c:y val="-3.6160540623506376E-2"/>
                </c:manualLayout>
              </c:layout>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5-CD54-46E8-A8D3-A723D4E478DC}"/>
                </c:ext>
              </c:extLst>
            </c:dLbl>
            <c:dLbl>
              <c:idx val="3"/>
              <c:layout>
                <c:manualLayout>
                  <c:x val="2.2158892589646492E-3"/>
                  <c:y val="-3.7531713616247291E-2"/>
                </c:manualLayout>
              </c:layout>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7-CD54-46E8-A8D3-A723D4E478DC}"/>
                </c:ext>
              </c:extLst>
            </c:dLbl>
            <c:dLbl>
              <c:idx val="4"/>
              <c:layout>
                <c:manualLayout>
                  <c:x val="1.5921695211558368E-2"/>
                  <c:y val="-1.2294255692956415E-2"/>
                </c:manualLayout>
              </c:layout>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9-CD54-46E8-A8D3-A723D4E478DC}"/>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Very stable</c:v>
                </c:pt>
                <c:pt idx="1">
                  <c:v>Stable</c:v>
                </c:pt>
                <c:pt idx="2">
                  <c:v>Neutral</c:v>
                </c:pt>
                <c:pt idx="3">
                  <c:v>Unstable</c:v>
                </c:pt>
                <c:pt idx="4">
                  <c:v>Very unstable</c:v>
                </c:pt>
              </c:strCache>
            </c:strRef>
          </c:cat>
          <c:val>
            <c:numRef>
              <c:f>Sheet1!$B$2:$B$6</c:f>
              <c:numCache>
                <c:formatCode>0.00%</c:formatCode>
                <c:ptCount val="5"/>
                <c:pt idx="0">
                  <c:v>0.12</c:v>
                </c:pt>
                <c:pt idx="1">
                  <c:v>8.4000000000000005E-2</c:v>
                </c:pt>
                <c:pt idx="2">
                  <c:v>0.115</c:v>
                </c:pt>
                <c:pt idx="3" formatCode="0%">
                  <c:v>0.40300000000000002</c:v>
                </c:pt>
                <c:pt idx="4">
                  <c:v>0.27700000000000002</c:v>
                </c:pt>
              </c:numCache>
            </c:numRef>
          </c:val>
          <c:shape val="pyramidToMax"/>
          <c:extLst>
            <c:ext xmlns:c16="http://schemas.microsoft.com/office/drawing/2014/chart" uri="{C3380CC4-5D6E-409C-BE32-E72D297353CC}">
              <c16:uniqueId val="{0000000C-CD54-46E8-A8D3-A723D4E478DC}"/>
            </c:ext>
          </c:extLst>
        </c:ser>
        <c:dLbls>
          <c:showLegendKey val="0"/>
          <c:showVal val="0"/>
          <c:showCatName val="0"/>
          <c:showSerName val="0"/>
          <c:showPercent val="0"/>
          <c:showBubbleSize val="0"/>
        </c:dLbls>
        <c:gapWidth val="100"/>
        <c:shape val="box"/>
        <c:axId val="264923519"/>
        <c:axId val="264920607"/>
        <c:axId val="0"/>
      </c:bar3DChart>
      <c:catAx>
        <c:axId val="264923519"/>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64920607"/>
        <c:crosses val="autoZero"/>
        <c:auto val="1"/>
        <c:lblAlgn val="ctr"/>
        <c:lblOffset val="100"/>
        <c:noMultiLvlLbl val="0"/>
      </c:catAx>
      <c:valAx>
        <c:axId val="264920607"/>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64923519"/>
        <c:crosses val="autoZero"/>
        <c:crossBetween val="between"/>
      </c:valAx>
      <c:spPr>
        <a:noFill/>
        <a:ln>
          <a:noFill/>
        </a:ln>
        <a:effectLst/>
      </c:spPr>
    </c:plotArea>
    <c:legend>
      <c:legendPos val="b"/>
      <c:layout>
        <c:manualLayout>
          <c:xMode val="edge"/>
          <c:yMode val="edge"/>
          <c:x val="0.77439722415155221"/>
          <c:y val="0.24887804633733102"/>
          <c:w val="0.15671643207792943"/>
          <c:h val="0.60397007326197627"/>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0.15796181038735552"/>
          <c:y val="3.1732777866443504E-2"/>
          <c:w val="0.55733350726683117"/>
          <c:h val="0.86339356830041258"/>
        </c:manualLayout>
      </c:layout>
      <c:bubbleChart>
        <c:varyColors val="0"/>
        <c:ser>
          <c:idx val="0"/>
          <c:order val="0"/>
          <c:tx>
            <c:strRef>
              <c:f>Sheet1!$B$1</c:f>
              <c:strCache>
                <c:ptCount val="1"/>
                <c:pt idx="0">
                  <c:v>Sales</c:v>
                </c:pt>
              </c:strCache>
            </c:strRef>
          </c:tx>
          <c:spPr>
            <a:solidFill>
              <a:schemeClr val="accent1"/>
            </a:solidFill>
            <a:ln w="19050">
              <a:solidFill>
                <a:schemeClr val="lt1"/>
              </a:solidFill>
            </a:ln>
            <a:effectLst/>
          </c:spPr>
          <c:invertIfNegative val="0"/>
          <c:dPt>
            <c:idx val="0"/>
            <c:invertIfNegative val="0"/>
            <c:bubble3D val="1"/>
            <c:spPr>
              <a:solidFill>
                <a:srgbClr val="9C9CC8"/>
              </a:solidFill>
              <a:ln w="19050">
                <a:solidFill>
                  <a:schemeClr val="lt1"/>
                </a:solidFill>
              </a:ln>
              <a:effectLst/>
            </c:spPr>
            <c:extLst>
              <c:ext xmlns:c16="http://schemas.microsoft.com/office/drawing/2014/chart" uri="{C3380CC4-5D6E-409C-BE32-E72D297353CC}">
                <c16:uniqueId val="{00000001-383A-48CE-ABDD-F2D3F10A3E18}"/>
              </c:ext>
            </c:extLst>
          </c:dPt>
          <c:dPt>
            <c:idx val="1"/>
            <c:invertIfNegative val="0"/>
            <c:bubble3D val="1"/>
            <c:spPr>
              <a:solidFill>
                <a:srgbClr val="0E0585"/>
              </a:solidFill>
              <a:ln w="19050">
                <a:solidFill>
                  <a:schemeClr val="lt1"/>
                </a:solidFill>
              </a:ln>
              <a:effectLst/>
            </c:spPr>
            <c:extLst>
              <c:ext xmlns:c16="http://schemas.microsoft.com/office/drawing/2014/chart" uri="{C3380CC4-5D6E-409C-BE32-E72D297353CC}">
                <c16:uniqueId val="{00000003-383A-48CE-ABDD-F2D3F10A3E18}"/>
              </c:ext>
            </c:extLst>
          </c:dPt>
          <c:dPt>
            <c:idx val="2"/>
            <c:invertIfNegative val="0"/>
            <c:bubble3D val="1"/>
            <c:spPr>
              <a:solidFill>
                <a:schemeClr val="tx2">
                  <a:lumMod val="40000"/>
                  <a:lumOff val="60000"/>
                </a:schemeClr>
              </a:solidFill>
              <a:ln w="19050">
                <a:solidFill>
                  <a:schemeClr val="lt1"/>
                </a:solidFill>
              </a:ln>
              <a:effectLst/>
            </c:spPr>
            <c:extLst>
              <c:ext xmlns:c16="http://schemas.microsoft.com/office/drawing/2014/chart" uri="{C3380CC4-5D6E-409C-BE32-E72D297353CC}">
                <c16:uniqueId val="{00000005-383A-48CE-ABDD-F2D3F10A3E18}"/>
              </c:ext>
            </c:extLst>
          </c:dPt>
          <c:dPt>
            <c:idx val="3"/>
            <c:invertIfNegative val="0"/>
            <c:bubble3D val="1"/>
            <c:spPr>
              <a:solidFill>
                <a:srgbClr val="00B0F0"/>
              </a:solidFill>
              <a:ln w="19050">
                <a:solidFill>
                  <a:schemeClr val="lt1"/>
                </a:solidFill>
              </a:ln>
              <a:effectLst/>
            </c:spPr>
            <c:extLst>
              <c:ext xmlns:c16="http://schemas.microsoft.com/office/drawing/2014/chart" uri="{C3380CC4-5D6E-409C-BE32-E72D297353CC}">
                <c16:uniqueId val="{00000007-383A-48CE-ABDD-F2D3F10A3E18}"/>
              </c:ext>
            </c:extLst>
          </c:dPt>
          <c:dPt>
            <c:idx val="4"/>
            <c:invertIfNegative val="0"/>
            <c:bubble3D val="1"/>
            <c:spPr>
              <a:solidFill>
                <a:schemeClr val="tx1">
                  <a:lumMod val="40000"/>
                  <a:lumOff val="60000"/>
                </a:schemeClr>
              </a:solidFill>
              <a:ln w="19050">
                <a:solidFill>
                  <a:schemeClr val="lt1"/>
                </a:solidFill>
              </a:ln>
              <a:effectLst/>
            </c:spPr>
            <c:extLst>
              <c:ext xmlns:c16="http://schemas.microsoft.com/office/drawing/2014/chart" uri="{C3380CC4-5D6E-409C-BE32-E72D297353CC}">
                <c16:uniqueId val="{00000009-383A-48CE-ABDD-F2D3F10A3E18}"/>
              </c:ext>
            </c:extLst>
          </c:dPt>
          <c:dPt>
            <c:idx val="5"/>
            <c:invertIfNegative val="0"/>
            <c:bubble3D val="1"/>
            <c:spPr>
              <a:solidFill>
                <a:schemeClr val="accent1">
                  <a:tint val="30000"/>
                </a:schemeClr>
              </a:solidFill>
              <a:ln w="19050">
                <a:solidFill>
                  <a:schemeClr val="lt1"/>
                </a:solidFill>
              </a:ln>
              <a:effectLst/>
            </c:spPr>
            <c:extLst>
              <c:ext xmlns:c16="http://schemas.microsoft.com/office/drawing/2014/chart" uri="{C3380CC4-5D6E-409C-BE32-E72D297353CC}">
                <c16:uniqueId val="{0000000B-383A-48CE-ABDD-F2D3F10A3E18}"/>
              </c:ext>
            </c:extLst>
          </c:dPt>
          <c:dLbls>
            <c:dLbl>
              <c:idx val="0"/>
              <c:layout>
                <c:manualLayout>
                  <c:x val="-9.2902726787268394E-2"/>
                  <c:y val="-0.11778093319783051"/>
                </c:manualLayout>
              </c:layout>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1-383A-48CE-ABDD-F2D3F10A3E18}"/>
                </c:ext>
              </c:extLst>
            </c:dLbl>
            <c:dLbl>
              <c:idx val="1"/>
              <c:layout>
                <c:manualLayout>
                  <c:x val="-0.14793654211708346"/>
                  <c:y val="-3.1172128080817294E-3"/>
                </c:manualLayout>
              </c:layout>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3-383A-48CE-ABDD-F2D3F10A3E18}"/>
                </c:ext>
              </c:extLst>
            </c:dLbl>
            <c:dLbl>
              <c:idx val="2"/>
              <c:layout>
                <c:manualLayout>
                  <c:x val="-6.0839659441103942E-3"/>
                  <c:y val="1.4770505485584298E-2"/>
                </c:manualLayout>
              </c:layout>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5-383A-48CE-ABDD-F2D3F10A3E18}"/>
                </c:ext>
              </c:extLst>
            </c:dLbl>
            <c:dLbl>
              <c:idx val="3"/>
              <c:layout>
                <c:manualLayout>
                  <c:x val="-0.14085440220349515"/>
                  <c:y val="-3.5779921785617327E-2"/>
                </c:manualLayout>
              </c:layout>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7-383A-48CE-ABDD-F2D3F10A3E18}"/>
                </c:ext>
              </c:extLst>
            </c:dLbl>
            <c:dLbl>
              <c:idx val="4"/>
              <c:layout>
                <c:manualLayout>
                  <c:x val="-2.6073752323219065E-2"/>
                  <c:y val="-9.9697361245719054E-2"/>
                </c:manualLayout>
              </c:layout>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9-383A-48CE-ABDD-F2D3F10A3E18}"/>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xVal>
            <c:strRef>
              <c:f>Sheet1!$A$2:$A$6</c:f>
              <c:strCache>
                <c:ptCount val="5"/>
                <c:pt idx="0">
                  <c:v>Very influential</c:v>
                </c:pt>
                <c:pt idx="1">
                  <c:v>Influential</c:v>
                </c:pt>
                <c:pt idx="2">
                  <c:v>Neutral</c:v>
                </c:pt>
                <c:pt idx="3">
                  <c:v>Not influential</c:v>
                </c:pt>
                <c:pt idx="4">
                  <c:v>Not at all influential</c:v>
                </c:pt>
              </c:strCache>
            </c:strRef>
          </c:xVal>
          <c:yVal>
            <c:numRef>
              <c:f>Sheet1!$B$2:$B$6</c:f>
              <c:numCache>
                <c:formatCode>0.00%</c:formatCode>
                <c:ptCount val="5"/>
                <c:pt idx="0">
                  <c:v>0.32300000000000001</c:v>
                </c:pt>
                <c:pt idx="1">
                  <c:v>0.254</c:v>
                </c:pt>
                <c:pt idx="2">
                  <c:v>0.24299999999999999</c:v>
                </c:pt>
                <c:pt idx="3" formatCode="0%">
                  <c:v>0.111</c:v>
                </c:pt>
                <c:pt idx="4">
                  <c:v>0.111</c:v>
                </c:pt>
              </c:numCache>
            </c:numRef>
          </c:yVal>
          <c:bubbleSize>
            <c:numLit>
              <c:formatCode>General</c:formatCode>
              <c:ptCount val="5"/>
              <c:pt idx="0">
                <c:v>1</c:v>
              </c:pt>
              <c:pt idx="1">
                <c:v>1</c:v>
              </c:pt>
              <c:pt idx="2">
                <c:v>1</c:v>
              </c:pt>
              <c:pt idx="3">
                <c:v>1</c:v>
              </c:pt>
              <c:pt idx="4">
                <c:v>1</c:v>
              </c:pt>
            </c:numLit>
          </c:bubbleSize>
          <c:bubble3D val="1"/>
          <c:extLst>
            <c:ext xmlns:c16="http://schemas.microsoft.com/office/drawing/2014/chart" uri="{C3380CC4-5D6E-409C-BE32-E72D297353CC}">
              <c16:uniqueId val="{0000000C-383A-48CE-ABDD-F2D3F10A3E18}"/>
            </c:ext>
          </c:extLst>
        </c:ser>
        <c:dLbls>
          <c:showLegendKey val="0"/>
          <c:showVal val="0"/>
          <c:showCatName val="0"/>
          <c:showSerName val="0"/>
          <c:showPercent val="0"/>
          <c:showBubbleSize val="0"/>
        </c:dLbls>
        <c:bubbleScale val="100"/>
        <c:showNegBubbles val="0"/>
        <c:axId val="278077551"/>
        <c:axId val="278080463"/>
      </c:bubbleChart>
      <c:valAx>
        <c:axId val="278077551"/>
        <c:scaling>
          <c:orientation val="minMax"/>
        </c:scaling>
        <c:delete val="0"/>
        <c:axPos val="b"/>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78080463"/>
        <c:crosses val="autoZero"/>
        <c:crossBetween val="midCat"/>
      </c:valAx>
      <c:valAx>
        <c:axId val="278080463"/>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78077551"/>
        <c:crosses val="autoZero"/>
        <c:crossBetween val="midCat"/>
      </c:valAx>
      <c:spPr>
        <a:noFill/>
        <a:ln>
          <a:noFill/>
        </a:ln>
        <a:effectLst/>
      </c:spPr>
    </c:plotArea>
    <c:legend>
      <c:legendPos val="b"/>
      <c:layout>
        <c:manualLayout>
          <c:xMode val="edge"/>
          <c:yMode val="edge"/>
          <c:x val="0.73375292529655689"/>
          <c:y val="0.15868818415626132"/>
          <c:w val="0.26452491610918"/>
          <c:h val="0.74637511881103369"/>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Reversed" id="21">
  <a:schemeClr val="accent1"/>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withinLinearReversed" id="21">
  <a:schemeClr val="accent1"/>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withinLinear" id="14">
  <a:schemeClr val="accent1"/>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withinLinear" id="14">
  <a:schemeClr val="accent1"/>
</cs:colorStyle>
</file>

<file path=ppt/charts/colors9.xml><?xml version="1.0" encoding="utf-8"?>
<cs:colorStyle xmlns:cs="http://schemas.microsoft.com/office/drawing/2012/chartStyle" xmlns:a="http://schemas.openxmlformats.org/drawingml/2006/main" meth="withinLinear" id="14">
  <a:schemeClr val="accent1"/>
</cs:colorStyle>
</file>

<file path=ppt/charts/colors10.xml><?xml version="1.0" encoding="utf-8"?>
<cs:colorStyle xmlns:cs="http://schemas.microsoft.com/office/drawing/2012/chartStyle" xmlns:a="http://schemas.openxmlformats.org/drawingml/2006/main" meth="withinLinear" id="14">
  <a:schemeClr val="accent1"/>
</cs:colorStyle>
</file>

<file path=ppt/charts/colors11.xml><?xml version="1.0" encoding="utf-8"?>
<cs:colorStyle xmlns:cs="http://schemas.microsoft.com/office/drawing/2012/chartStyle" xmlns:a="http://schemas.openxmlformats.org/drawingml/2006/main" meth="withinLinear" id="14">
  <a:schemeClr val="accent1"/>
</cs:colorStyle>
</file>

<file path=ppt/charts/colors12.xml><?xml version="1.0" encoding="utf-8"?>
<cs:colorStyle xmlns:cs="http://schemas.microsoft.com/office/drawing/2012/chartStyle" xmlns:a="http://schemas.openxmlformats.org/drawingml/2006/main" meth="withinLinear" id="14">
  <a:schemeClr val="accent1"/>
</cs:colorStyle>
</file>

<file path=ppt/charts/colors13.xml><?xml version="1.0" encoding="utf-8"?>
<cs:colorStyle xmlns:cs="http://schemas.microsoft.com/office/drawing/2012/chartStyle" xmlns:a="http://schemas.openxmlformats.org/drawingml/2006/main" meth="withinLinear" id="14">
  <a:schemeClr val="accent1"/>
</cs:colorStyle>
</file>

<file path=ppt/charts/style1.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2.xml><?xml version="1.0" encoding="utf-8"?>
<cs:chartStyle xmlns:cs="http://schemas.microsoft.com/office/drawing/2012/chartStyle" xmlns:a="http://schemas.openxmlformats.org/drawingml/2006/main" id="348">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261">
  <cs:axisTitle>
    <cs:lnRef idx="0"/>
    <cs:fillRef idx="0"/>
    <cs:effectRef idx="0"/>
    <cs:fontRef idx="minor">
      <a:schemeClr val="dk1">
        <a:lumMod val="65000"/>
        <a:lumOff val="35000"/>
      </a:schemeClr>
    </cs:fontRef>
    <cs:defRPr sz="1197" kern="1200"/>
  </cs:axisTitle>
  <cs:categoryAxis>
    <cs:lnRef idx="0"/>
    <cs:fillRef idx="0"/>
    <cs:effectRef idx="0"/>
    <cs:fontRef idx="minor">
      <a:schemeClr val="dk1">
        <a:lumMod val="65000"/>
        <a:lumOff val="35000"/>
      </a:schemeClr>
    </cs:fontRef>
    <cs:defRPr sz="1197" kern="1200"/>
  </cs:categoryAxis>
  <cs:chartArea>
    <cs:lnRef idx="0"/>
    <cs:fillRef idx="0"/>
    <cs:effectRef idx="0"/>
    <cs:fontRef idx="minor">
      <a:schemeClr val="dk1"/>
    </cs:fontRef>
    <cs:spPr>
      <a:pattFill prst="dkDnDiag">
        <a:fgClr>
          <a:schemeClr val="lt1">
            <a:lumMod val="95000"/>
          </a:schemeClr>
        </a:fgClr>
        <a:bgClr>
          <a:schemeClr val="lt1"/>
        </a:bgClr>
      </a:pattFill>
      <a:ln w="9525" cap="flat" cmpd="sng" algn="ctr">
        <a:solidFill>
          <a:schemeClr val="dk1">
            <a:lumMod val="15000"/>
            <a:lumOff val="8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317500" algn="ctr" rotWithShape="0">
          <a:prstClr val="black">
            <a:alpha val="25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20000"/>
          </a:prstClr>
        </a:outerShdw>
      </a:effectLst>
      <a:scene3d>
        <a:camera prst="orthographicFront"/>
        <a:lightRig rig="threePt" dir="t"/>
      </a:scene3d>
      <a:sp3d prstMaterial="matte"/>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noFill/>
      <a:ln w="9525" cap="flat" cmpd="sng" algn="ctr">
        <a:solidFill>
          <a:schemeClr val="dk1">
            <a:lumMod val="15000"/>
            <a:lumOff val="85000"/>
          </a:schemeClr>
        </a:solidFill>
        <a:round/>
      </a:ln>
    </cs:spPr>
    <cs:defRPr sz="1197"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65000"/>
            <a:lumOff val="35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65000"/>
            <a:lumOff val="35000"/>
          </a:schemeClr>
        </a:solidFill>
        <a:round/>
      </a:ln>
    </cs:spPr>
  </cs:errorBar>
  <cs:floor>
    <cs:lnRef idx="0"/>
    <cs:fillRef idx="0"/>
    <cs:effectRef idx="0"/>
    <cs:fontRef idx="minor">
      <a:schemeClr val="dk1"/>
    </cs:fontRef>
    <cs:spPr>
      <a:noFill/>
      <a:ln>
        <a:noFill/>
      </a:ln>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50000"/>
            <a:lumOff val="50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78000"/>
        </a:schemeClr>
      </a:solidFill>
    </cs:spPr>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inor">
      <a:schemeClr val="dk1">
        <a:lumMod val="65000"/>
        <a:lumOff val="35000"/>
      </a:schemeClr>
    </cs:fontRef>
    <cs:defRPr sz="2200" b="1" kern="120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65000"/>
            <a:lumOff val="35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87">
  <cs:axisTitle>
    <cs:lnRef idx="0"/>
    <cs:fillRef idx="0"/>
    <cs:effectRef idx="0"/>
    <cs:fontRef idx="minor">
      <a:schemeClr val="tx1">
        <a:lumMod val="65000"/>
        <a:lumOff val="35000"/>
      </a:schemeClr>
    </cs:fontRef>
    <cs:defRPr sz="1197" b="1" kern="1200"/>
  </cs:axisTitle>
  <cs:categoryAxis>
    <cs:lnRef idx="0"/>
    <cs:fillRef idx="0"/>
    <cs:effectRef idx="0"/>
    <cs:fontRef idx="minor">
      <a:schemeClr val="tx1">
        <a:lumMod val="65000"/>
        <a:lumOff val="35000"/>
      </a:schemeClr>
    </cs:fontRef>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
  <cs:dataPoint3D>
    <cs:lnRef idx="0">
      <cs:styleClr val="auto"/>
    </cs:lnRef>
    <cs:fillRef idx="0">
      <cs:styleClr val="auto"/>
    </cs:fillRef>
    <cs:effectRef idx="0"/>
    <cs:fontRef idx="minor">
      <a:schemeClr val="tx1"/>
    </cs:fontRef>
    <cs:spPr>
      <a:pattFill prst="ltDnDiag">
        <a:fgClr>
          <a:schemeClr val="phClr"/>
        </a:fgClr>
        <a:bgClr>
          <a:schemeClr val="phClr">
            <a:lumMod val="20000"/>
            <a:lumOff val="80000"/>
          </a:schemeClr>
        </a:bgClr>
      </a:pattFill>
      <a:ln>
        <a:solidFill>
          <a:schemeClr val="phClr"/>
        </a:solidFill>
      </a:ln>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spPr>
      <a:solidFill>
        <a:schemeClr val="lt1"/>
      </a:solidFill>
      <a:sp3d/>
    </cs:spPr>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22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305">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headEnd type="none" w="sm" len="sm"/>
        <a:tailEnd type="none" w="sm" len="sm"/>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bg1"/>
    </cs:fontRef>
    <cs:spPr>
      <a:solidFill>
        <a:schemeClr val="tx1">
          <a:lumMod val="50000"/>
          <a:lumOff val="50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alpha val="70000"/>
        </a:schemeClr>
      </a:solidFill>
    </cs:spPr>
  </cs:dataPoint>
  <cs:dataPoint3D>
    <cs:lnRef idx="0"/>
    <cs:fillRef idx="0">
      <cs:styleClr val="auto"/>
    </cs:fillRef>
    <cs:effectRef idx="0"/>
    <cs:fontRef idx="minor">
      <a:schemeClr val="tx1"/>
    </cs:fontRef>
    <cs:spPr>
      <a:solidFill>
        <a:schemeClr val="phClr">
          <a:alpha val="70000"/>
        </a:schemeClr>
      </a:soli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a:gsLst>
          <a:gs pos="0">
            <a:schemeClr val="phClr"/>
          </a:gs>
          <a:gs pos="46000">
            <a:schemeClr val="phClr"/>
          </a:gs>
          <a:gs pos="100000">
            <a:schemeClr val="phClr">
              <a:lumMod val="20000"/>
              <a:lumOff val="80000"/>
              <a:alpha val="0"/>
            </a:schemeClr>
          </a:gs>
        </a:gsLst>
        <a:path path="circle">
          <a:fillToRect l="50000" t="-80000" r="50000" b="180000"/>
        </a:path>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0">
              <a:schemeClr val="tx1">
                <a:lumMod val="5000"/>
                <a:lumOff val="95000"/>
              </a:schemeClr>
            </a:gs>
            <a:gs pos="100000">
              <a:schemeClr val="tx1">
                <a:lumMod val="15000"/>
                <a:lumOff val="85000"/>
              </a:schemeClr>
            </a:gs>
          </a:gsLst>
          <a:lin ang="5400000" scaled="0"/>
        </a:gradFill>
        <a:round/>
      </a:ln>
    </cs:spPr>
  </cs:gridlineMajor>
  <cs:gridlineMinor>
    <cs:lnRef idx="0"/>
    <cs:fillRef idx="0"/>
    <cs:effectRef idx="0"/>
    <cs:fontRef idx="minor">
      <a:schemeClr val="dk1"/>
    </cs:fontRef>
    <cs:spPr>
      <a:ln w="9525" cap="flat" cmpd="sng" algn="ctr">
        <a:gradFill>
          <a:gsLst>
            <a:gs pos="0">
              <a:schemeClr val="tx1">
                <a:lumMod val="5000"/>
                <a:lumOff val="95000"/>
              </a:schemeClr>
            </a:gs>
            <a:gs pos="100000">
              <a:schemeClr val="tx1">
                <a:lumMod val="15000"/>
                <a:lumOff val="8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2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204">
  <cs:axisTitle>
    <cs:lnRef idx="0"/>
    <cs:fillRef idx="0"/>
    <cs:effectRef idx="0"/>
    <cs:fontRef idx="minor">
      <a:schemeClr val="dk1">
        <a:lumMod val="65000"/>
        <a:lumOff val="35000"/>
      </a:schemeClr>
    </cs:fontRef>
    <cs:defRPr sz="1197" b="1" kern="1200"/>
  </cs:axisTitle>
  <cs:categoryAxis>
    <cs:lnRef idx="0"/>
    <cs:fillRef idx="0"/>
    <cs:effectRef idx="0"/>
    <cs:fontRef idx="minor">
      <a:schemeClr val="dk1">
        <a:lumMod val="65000"/>
        <a:lumOff val="35000"/>
      </a:schemeClr>
    </cs:fontRef>
    <cs:defRPr sz="1197" kern="1200">
      <a:effectLst/>
    </cs:defRPr>
  </cs:categoryAxis>
  <cs:chartArea>
    <cs:lnRef idx="0"/>
    <cs:fillRef idx="0"/>
    <cs:effectRef idx="0"/>
    <cs:fontRef idx="minor">
      <a:schemeClr val="dk1"/>
    </cs:fontRef>
    <cs: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cs:spPr>
    <cs:defRPr sz="1330" kern="1200"/>
  </cs:chartArea>
  <cs:dataLabel>
    <cs:lnRef idx="0"/>
    <cs:fillRef idx="0"/>
    <cs:effectRef idx="0"/>
    <cs:fontRef idx="minor">
      <a:schemeClr val="lt1"/>
    </cs:fontRef>
    <cs:spPr/>
    <cs:defRPr sz="133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33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
  <cs:dataPoint3D>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3D>
  <cs:dataPointLine>
    <cs:lnRef idx="0">
      <cs:styleClr val="auto"/>
    </cs:lnRef>
    <cs:fillRef idx="0"/>
    <cs:effectRef idx="0"/>
    <cs:fontRef idx="minor">
      <a:schemeClr val="dk1"/>
    </cs:fontRef>
    <cs:spPr>
      <a:ln w="28575" cap="rnd">
        <a:gradFill>
          <a:gsLst>
            <a:gs pos="0">
              <a:schemeClr val="phClr"/>
            </a:gs>
            <a:gs pos="100000">
              <a:schemeClr val="phClr">
                <a:lumMod val="84000"/>
              </a:schemeClr>
            </a:gs>
          </a:gsLst>
          <a:lin ang="5400000" scaled="1"/>
        </a:gradFill>
        <a:round/>
      </a:ln>
    </cs:spPr>
  </cs:dataPointLine>
  <cs:dataPointMarker>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1197" kern="1200"/>
  </cs:dataTable>
  <cs:downBar>
    <cs:lnRef idx="0"/>
    <cs:fillRef idx="0"/>
    <cs:effectRef idx="0"/>
    <cs:fontRef idx="minor">
      <a:schemeClr val="dk1"/>
    </cs:fontRef>
    <cs:spPr>
      <a:solidFill>
        <a:schemeClr val="dk1">
          <a:lumMod val="35000"/>
          <a:lumOff val="6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50000"/>
            <a:lumOff val="50000"/>
          </a:schemeClr>
        </a:solidFill>
        <a:round/>
      </a:ln>
    </cs:spPr>
  </cs:dropLine>
  <cs:errorBar>
    <cs:lnRef idx="0"/>
    <cs:fillRef idx="0"/>
    <cs:effectRef idx="0"/>
    <cs:fontRef idx="minor">
      <a:schemeClr val="dk1"/>
    </cs:fontRef>
    <cs:spPr>
      <a:ln w="9525">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50000"/>
            <a:lumOff val="50000"/>
          </a:schemeClr>
        </a:solidFill>
        <a:round/>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65000"/>
        <a:lumOff val="35000"/>
      </a:schemeClr>
    </cs:fontRef>
    <cs:defRPr kern="1200">
      <a:effectLst/>
    </cs:defRPr>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lumMod val="95000"/>
        </a:schemeClr>
      </a:solidFill>
      <a:ln w="9525">
        <a:solidFill>
          <a:schemeClr val="dk1">
            <a:lumMod val="15000"/>
            <a:lumOff val="85000"/>
          </a:schemeClr>
        </a:solidFill>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wall>
</cs:chartStyle>
</file>

<file path=ppt/charts/style7.xml><?xml version="1.0" encoding="utf-8"?>
<cs:chartStyle xmlns:cs="http://schemas.microsoft.com/office/drawing/2012/chartStyle" xmlns:a="http://schemas.openxmlformats.org/drawingml/2006/main" id="341">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ize="5"/>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5"/>
        <p:cNvGrpSpPr/>
        <p:nvPr/>
      </p:nvGrpSpPr>
      <p:grpSpPr>
        <a:xfrm>
          <a:off x="0" y="0"/>
          <a:ext cx="0" cy="0"/>
          <a:chOff x="0" y="0"/>
          <a:chExt cx="0" cy="0"/>
        </a:xfrm>
      </p:grpSpPr>
      <p:sp>
        <p:nvSpPr>
          <p:cNvPr id="946" name="Google Shape;94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47" name="Google Shape;947;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2"/>
        <p:cNvGrpSpPr/>
        <p:nvPr/>
      </p:nvGrpSpPr>
      <p:grpSpPr>
        <a:xfrm>
          <a:off x="0" y="0"/>
          <a:ext cx="0" cy="0"/>
          <a:chOff x="0" y="0"/>
          <a:chExt cx="0" cy="0"/>
        </a:xfrm>
      </p:grpSpPr>
      <p:sp>
        <p:nvSpPr>
          <p:cNvPr id="983" name="Google Shape;98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84" name="Google Shape;984;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9"/>
        <p:cNvGrpSpPr/>
        <p:nvPr/>
      </p:nvGrpSpPr>
      <p:grpSpPr>
        <a:xfrm>
          <a:off x="0" y="0"/>
          <a:ext cx="0" cy="0"/>
          <a:chOff x="0" y="0"/>
          <a:chExt cx="0" cy="0"/>
        </a:xfrm>
      </p:grpSpPr>
      <p:sp>
        <p:nvSpPr>
          <p:cNvPr id="1000" name="Google Shape;1000;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01" name="Google Shape;100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2"/>
        <p:cNvGrpSpPr/>
        <p:nvPr/>
      </p:nvGrpSpPr>
      <p:grpSpPr>
        <a:xfrm>
          <a:off x="0" y="0"/>
          <a:ext cx="0" cy="0"/>
          <a:chOff x="0" y="0"/>
          <a:chExt cx="0" cy="0"/>
        </a:xfrm>
      </p:grpSpPr>
      <p:sp>
        <p:nvSpPr>
          <p:cNvPr id="1023" name="Google Shape;10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24" name="Google Shape;1024;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8"/>
        <p:cNvGrpSpPr/>
        <p:nvPr/>
      </p:nvGrpSpPr>
      <p:grpSpPr>
        <a:xfrm>
          <a:off x="0" y="0"/>
          <a:ext cx="0" cy="0"/>
          <a:chOff x="0" y="0"/>
          <a:chExt cx="0" cy="0"/>
        </a:xfrm>
      </p:grpSpPr>
      <p:sp>
        <p:nvSpPr>
          <p:cNvPr id="1029" name="Google Shape;1029;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30" name="Google Shape;1030;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5"/>
        <p:cNvGrpSpPr/>
        <p:nvPr/>
      </p:nvGrpSpPr>
      <p:grpSpPr>
        <a:xfrm>
          <a:off x="0" y="0"/>
          <a:ext cx="0" cy="0"/>
          <a:chOff x="0" y="0"/>
          <a:chExt cx="0" cy="0"/>
        </a:xfrm>
      </p:grpSpPr>
      <p:sp>
        <p:nvSpPr>
          <p:cNvPr id="1036" name="Google Shape;1036;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37" name="Google Shape;1037;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1"/>
        <p:cNvGrpSpPr/>
        <p:nvPr/>
      </p:nvGrpSpPr>
      <p:grpSpPr>
        <a:xfrm>
          <a:off x="0" y="0"/>
          <a:ext cx="0" cy="0"/>
          <a:chOff x="0" y="0"/>
          <a:chExt cx="0" cy="0"/>
        </a:xfrm>
      </p:grpSpPr>
      <p:sp>
        <p:nvSpPr>
          <p:cNvPr id="1042" name="Google Shape;104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3" name="Google Shape;1043;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7"/>
        <p:cNvGrpSpPr/>
        <p:nvPr/>
      </p:nvGrpSpPr>
      <p:grpSpPr>
        <a:xfrm>
          <a:off x="0" y="0"/>
          <a:ext cx="0" cy="0"/>
          <a:chOff x="0" y="0"/>
          <a:chExt cx="0" cy="0"/>
        </a:xfrm>
      </p:grpSpPr>
      <p:sp>
        <p:nvSpPr>
          <p:cNvPr id="1048" name="Google Shape;1048;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9" name="Google Shape;1049;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6"/>
        <p:cNvGrpSpPr/>
        <p:nvPr/>
      </p:nvGrpSpPr>
      <p:grpSpPr>
        <a:xfrm>
          <a:off x="0" y="0"/>
          <a:ext cx="0" cy="0"/>
          <a:chOff x="0" y="0"/>
          <a:chExt cx="0" cy="0"/>
        </a:xfrm>
      </p:grpSpPr>
      <p:sp>
        <p:nvSpPr>
          <p:cNvPr id="1057" name="Google Shape;1057;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8" name="Google Shape;1058;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3"/>
        <p:cNvGrpSpPr/>
        <p:nvPr/>
      </p:nvGrpSpPr>
      <p:grpSpPr>
        <a:xfrm>
          <a:off x="0" y="0"/>
          <a:ext cx="0" cy="0"/>
          <a:chOff x="0" y="0"/>
          <a:chExt cx="0" cy="0"/>
        </a:xfrm>
      </p:grpSpPr>
      <p:sp>
        <p:nvSpPr>
          <p:cNvPr id="1064" name="Google Shape;1064;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5" name="Google Shape;1065;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9"/>
        <p:cNvGrpSpPr/>
        <p:nvPr/>
      </p:nvGrpSpPr>
      <p:grpSpPr>
        <a:xfrm>
          <a:off x="0" y="0"/>
          <a:ext cx="0" cy="0"/>
          <a:chOff x="0" y="0"/>
          <a:chExt cx="0" cy="0"/>
        </a:xfrm>
      </p:grpSpPr>
      <p:sp>
        <p:nvSpPr>
          <p:cNvPr id="1070" name="Google Shape;1070;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71" name="Google Shape;1071;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7"/>
        <p:cNvGrpSpPr/>
        <p:nvPr/>
      </p:nvGrpSpPr>
      <p:grpSpPr>
        <a:xfrm>
          <a:off x="0" y="0"/>
          <a:ext cx="0" cy="0"/>
          <a:chOff x="0" y="0"/>
          <a:chExt cx="0" cy="0"/>
        </a:xfrm>
      </p:grpSpPr>
      <p:sp>
        <p:nvSpPr>
          <p:cNvPr id="1078" name="Google Shape;1078;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79" name="Google Shape;1079;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4"/>
        <p:cNvGrpSpPr/>
        <p:nvPr/>
      </p:nvGrpSpPr>
      <p:grpSpPr>
        <a:xfrm>
          <a:off x="0" y="0"/>
          <a:ext cx="0" cy="0"/>
          <a:chOff x="0" y="0"/>
          <a:chExt cx="0" cy="0"/>
        </a:xfrm>
      </p:grpSpPr>
      <p:sp>
        <p:nvSpPr>
          <p:cNvPr id="1085" name="Google Shape;1085;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86" name="Google Shape;1086;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0"/>
        <p:cNvGrpSpPr/>
        <p:nvPr/>
      </p:nvGrpSpPr>
      <p:grpSpPr>
        <a:xfrm>
          <a:off x="0" y="0"/>
          <a:ext cx="0" cy="0"/>
          <a:chOff x="0" y="0"/>
          <a:chExt cx="0" cy="0"/>
        </a:xfrm>
      </p:grpSpPr>
      <p:sp>
        <p:nvSpPr>
          <p:cNvPr id="1091" name="Google Shape;1091;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92" name="Google Shape;1092;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6"/>
        <p:cNvGrpSpPr/>
        <p:nvPr/>
      </p:nvGrpSpPr>
      <p:grpSpPr>
        <a:xfrm>
          <a:off x="0" y="0"/>
          <a:ext cx="0" cy="0"/>
          <a:chOff x="0" y="0"/>
          <a:chExt cx="0" cy="0"/>
        </a:xfrm>
      </p:grpSpPr>
      <p:sp>
        <p:nvSpPr>
          <p:cNvPr id="1097" name="Google Shape;1097;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98" name="Google Shape;1098;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4"/>
        <p:cNvGrpSpPr/>
        <p:nvPr/>
      </p:nvGrpSpPr>
      <p:grpSpPr>
        <a:xfrm>
          <a:off x="0" y="0"/>
          <a:ext cx="0" cy="0"/>
          <a:chOff x="0" y="0"/>
          <a:chExt cx="0" cy="0"/>
        </a:xfrm>
      </p:grpSpPr>
      <p:sp>
        <p:nvSpPr>
          <p:cNvPr id="1105" name="Google Shape;1105;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06" name="Google Shape;1106;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1"/>
        <p:cNvGrpSpPr/>
        <p:nvPr/>
      </p:nvGrpSpPr>
      <p:grpSpPr>
        <a:xfrm>
          <a:off x="0" y="0"/>
          <a:ext cx="0" cy="0"/>
          <a:chOff x="0" y="0"/>
          <a:chExt cx="0" cy="0"/>
        </a:xfrm>
      </p:grpSpPr>
      <p:sp>
        <p:nvSpPr>
          <p:cNvPr id="1112" name="Google Shape;1112;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13" name="Google Shape;1113;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9"/>
        <p:cNvGrpSpPr/>
        <p:nvPr/>
      </p:nvGrpSpPr>
      <p:grpSpPr>
        <a:xfrm>
          <a:off x="0" y="0"/>
          <a:ext cx="0" cy="0"/>
          <a:chOff x="0" y="0"/>
          <a:chExt cx="0" cy="0"/>
        </a:xfrm>
      </p:grpSpPr>
      <p:sp>
        <p:nvSpPr>
          <p:cNvPr id="1120" name="Google Shape;1120;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1" name="Google Shape;1121;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6"/>
        <p:cNvGrpSpPr/>
        <p:nvPr/>
      </p:nvGrpSpPr>
      <p:grpSpPr>
        <a:xfrm>
          <a:off x="0" y="0"/>
          <a:ext cx="0" cy="0"/>
          <a:chOff x="0" y="0"/>
          <a:chExt cx="0" cy="0"/>
        </a:xfrm>
      </p:grpSpPr>
      <p:sp>
        <p:nvSpPr>
          <p:cNvPr id="1127" name="Google Shape;1127;p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28" name="Google Shape;1128;p10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2"/>
        <p:cNvGrpSpPr/>
        <p:nvPr/>
      </p:nvGrpSpPr>
      <p:grpSpPr>
        <a:xfrm>
          <a:off x="0" y="0"/>
          <a:ext cx="0" cy="0"/>
          <a:chOff x="0" y="0"/>
          <a:chExt cx="0" cy="0"/>
        </a:xfrm>
      </p:grpSpPr>
      <p:sp>
        <p:nvSpPr>
          <p:cNvPr id="1133" name="Google Shape;1133;p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34" name="Google Shape;1134;p10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8"/>
        <p:cNvGrpSpPr/>
        <p:nvPr/>
      </p:nvGrpSpPr>
      <p:grpSpPr>
        <a:xfrm>
          <a:off x="0" y="0"/>
          <a:ext cx="0" cy="0"/>
          <a:chOff x="0" y="0"/>
          <a:chExt cx="0" cy="0"/>
        </a:xfrm>
      </p:grpSpPr>
      <p:sp>
        <p:nvSpPr>
          <p:cNvPr id="1139" name="Google Shape;1139;p10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40" name="Google Shape;1140;p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6"/>
        <p:cNvGrpSpPr/>
        <p:nvPr/>
      </p:nvGrpSpPr>
      <p:grpSpPr>
        <a:xfrm>
          <a:off x="0" y="0"/>
          <a:ext cx="0" cy="0"/>
          <a:chOff x="0" y="0"/>
          <a:chExt cx="0" cy="0"/>
        </a:xfrm>
      </p:grpSpPr>
      <p:sp>
        <p:nvSpPr>
          <p:cNvPr id="1147" name="Google Shape;1147;p10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48" name="Google Shape;1148;p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3"/>
        <p:cNvGrpSpPr/>
        <p:nvPr/>
      </p:nvGrpSpPr>
      <p:grpSpPr>
        <a:xfrm>
          <a:off x="0" y="0"/>
          <a:ext cx="0" cy="0"/>
          <a:chOff x="0" y="0"/>
          <a:chExt cx="0" cy="0"/>
        </a:xfrm>
      </p:grpSpPr>
      <p:sp>
        <p:nvSpPr>
          <p:cNvPr id="1154" name="Google Shape;1154;p10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55" name="Google Shape;1155;p1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1"/>
        <p:cNvGrpSpPr/>
        <p:nvPr/>
      </p:nvGrpSpPr>
      <p:grpSpPr>
        <a:xfrm>
          <a:off x="0" y="0"/>
          <a:ext cx="0" cy="0"/>
          <a:chOff x="0" y="0"/>
          <a:chExt cx="0" cy="0"/>
        </a:xfrm>
      </p:grpSpPr>
      <p:sp>
        <p:nvSpPr>
          <p:cNvPr id="1162" name="Google Shape;1162;p10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63" name="Google Shape;1163;p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8"/>
        <p:cNvGrpSpPr/>
        <p:nvPr/>
      </p:nvGrpSpPr>
      <p:grpSpPr>
        <a:xfrm>
          <a:off x="0" y="0"/>
          <a:ext cx="0" cy="0"/>
          <a:chOff x="0" y="0"/>
          <a:chExt cx="0" cy="0"/>
        </a:xfrm>
      </p:grpSpPr>
      <p:sp>
        <p:nvSpPr>
          <p:cNvPr id="1169" name="Google Shape;1169;g2a7a040e388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70" name="Google Shape;1170;g2a7a040e388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6"/>
        <p:cNvGrpSpPr/>
        <p:nvPr/>
      </p:nvGrpSpPr>
      <p:grpSpPr>
        <a:xfrm>
          <a:off x="0" y="0"/>
          <a:ext cx="0" cy="0"/>
          <a:chOff x="0" y="0"/>
          <a:chExt cx="0" cy="0"/>
        </a:xfrm>
      </p:grpSpPr>
      <p:sp>
        <p:nvSpPr>
          <p:cNvPr id="1177" name="Google Shape;1177;g2a7a040e388_1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78" name="Google Shape;1178;g2a7a040e388_1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3"/>
        <p:cNvGrpSpPr/>
        <p:nvPr/>
      </p:nvGrpSpPr>
      <p:grpSpPr>
        <a:xfrm>
          <a:off x="0" y="0"/>
          <a:ext cx="0" cy="0"/>
          <a:chOff x="0" y="0"/>
          <a:chExt cx="0" cy="0"/>
        </a:xfrm>
      </p:grpSpPr>
      <p:sp>
        <p:nvSpPr>
          <p:cNvPr id="1184" name="Google Shape;1184;g2a7a040e388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85" name="Google Shape;1185;g2a7a040e388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1"/>
        <p:cNvGrpSpPr/>
        <p:nvPr/>
      </p:nvGrpSpPr>
      <p:grpSpPr>
        <a:xfrm>
          <a:off x="0" y="0"/>
          <a:ext cx="0" cy="0"/>
          <a:chOff x="0" y="0"/>
          <a:chExt cx="0" cy="0"/>
        </a:xfrm>
      </p:grpSpPr>
      <p:sp>
        <p:nvSpPr>
          <p:cNvPr id="1192" name="Google Shape;1192;g2a7a040e388_2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93" name="Google Shape;1193;g2a7a040e388_2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8"/>
        <p:cNvGrpSpPr/>
        <p:nvPr/>
      </p:nvGrpSpPr>
      <p:grpSpPr>
        <a:xfrm>
          <a:off x="0" y="0"/>
          <a:ext cx="0" cy="0"/>
          <a:chOff x="0" y="0"/>
          <a:chExt cx="0" cy="0"/>
        </a:xfrm>
      </p:grpSpPr>
      <p:sp>
        <p:nvSpPr>
          <p:cNvPr id="1199" name="Google Shape;1199;g2a7a040e388_2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00" name="Google Shape;1200;g2a7a040e388_2_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6"/>
        <p:cNvGrpSpPr/>
        <p:nvPr/>
      </p:nvGrpSpPr>
      <p:grpSpPr>
        <a:xfrm>
          <a:off x="0" y="0"/>
          <a:ext cx="0" cy="0"/>
          <a:chOff x="0" y="0"/>
          <a:chExt cx="0" cy="0"/>
        </a:xfrm>
      </p:grpSpPr>
      <p:sp>
        <p:nvSpPr>
          <p:cNvPr id="1207" name="Google Shape;1207;g2a7a040e388_2_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08" name="Google Shape;1208;g2a7a040e388_2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3"/>
        <p:cNvGrpSpPr/>
        <p:nvPr/>
      </p:nvGrpSpPr>
      <p:grpSpPr>
        <a:xfrm>
          <a:off x="0" y="0"/>
          <a:ext cx="0" cy="0"/>
          <a:chOff x="0" y="0"/>
          <a:chExt cx="0" cy="0"/>
        </a:xfrm>
      </p:grpSpPr>
      <p:sp>
        <p:nvSpPr>
          <p:cNvPr id="1214" name="Google Shape;1214;g2a7a040e388_2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15" name="Google Shape;1215;g2a7a040e388_2_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g2a7a040e388_2_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23" name="Google Shape;1223;g2a7a040e388_2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8"/>
        <p:cNvGrpSpPr/>
        <p:nvPr/>
      </p:nvGrpSpPr>
      <p:grpSpPr>
        <a:xfrm>
          <a:off x="0" y="0"/>
          <a:ext cx="0" cy="0"/>
          <a:chOff x="0" y="0"/>
          <a:chExt cx="0" cy="0"/>
        </a:xfrm>
      </p:grpSpPr>
      <p:sp>
        <p:nvSpPr>
          <p:cNvPr id="1229" name="Google Shape;1229;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30" name="Google Shape;1230;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6"/>
        <p:cNvGrpSpPr/>
        <p:nvPr/>
      </p:nvGrpSpPr>
      <p:grpSpPr>
        <a:xfrm>
          <a:off x="0" y="0"/>
          <a:ext cx="0" cy="0"/>
          <a:chOff x="0" y="0"/>
          <a:chExt cx="0" cy="0"/>
        </a:xfrm>
      </p:grpSpPr>
      <p:sp>
        <p:nvSpPr>
          <p:cNvPr id="1237" name="Google Shape;1237;g2a7fc0a55c7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38" name="Google Shape;1238;g2a7fc0a55c7_0_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3"/>
        <p:cNvGrpSpPr/>
        <p:nvPr/>
      </p:nvGrpSpPr>
      <p:grpSpPr>
        <a:xfrm>
          <a:off x="0" y="0"/>
          <a:ext cx="0" cy="0"/>
          <a:chOff x="0" y="0"/>
          <a:chExt cx="0" cy="0"/>
        </a:xfrm>
      </p:grpSpPr>
      <p:sp>
        <p:nvSpPr>
          <p:cNvPr id="1244" name="Google Shape;1244;p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45" name="Google Shape;1245;p6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68"/>
          <p:cNvGrpSpPr/>
          <p:nvPr/>
        </p:nvGrpSpPr>
        <p:grpSpPr>
          <a:xfrm>
            <a:off x="0" y="0"/>
            <a:ext cx="9144000" cy="5142071"/>
            <a:chOff x="0" y="0"/>
            <a:chExt cx="12192000" cy="6856095"/>
          </a:xfrm>
        </p:grpSpPr>
        <p:grpSp>
          <p:nvGrpSpPr>
            <p:cNvPr id="10" name="Google Shape;10;p68"/>
            <p:cNvGrpSpPr/>
            <p:nvPr/>
          </p:nvGrpSpPr>
          <p:grpSpPr>
            <a:xfrm>
              <a:off x="11482324" y="0"/>
              <a:ext cx="6350" cy="6856095"/>
              <a:chOff x="11482324" y="0"/>
              <a:chExt cx="6350" cy="6856095"/>
            </a:xfrm>
          </p:grpSpPr>
          <p:sp>
            <p:nvSpPr>
              <p:cNvPr id="11" name="Google Shape;11;p68"/>
              <p:cNvSpPr/>
              <p:nvPr/>
            </p:nvSpPr>
            <p:spPr>
              <a:xfrm>
                <a:off x="11482324"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2" name="Google Shape;12;p68"/>
              <p:cNvSpPr/>
              <p:nvPr/>
            </p:nvSpPr>
            <p:spPr>
              <a:xfrm>
                <a:off x="11482324"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3" name="Google Shape;13;p68"/>
              <p:cNvSpPr/>
              <p:nvPr/>
            </p:nvSpPr>
            <p:spPr>
              <a:xfrm>
                <a:off x="11482324"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14" name="Google Shape;14;p68"/>
            <p:cNvGrpSpPr/>
            <p:nvPr/>
          </p:nvGrpSpPr>
          <p:grpSpPr>
            <a:xfrm>
              <a:off x="10502836" y="0"/>
              <a:ext cx="6350" cy="6856095"/>
              <a:chOff x="10502836" y="0"/>
              <a:chExt cx="6350" cy="6856095"/>
            </a:xfrm>
          </p:grpSpPr>
          <p:sp>
            <p:nvSpPr>
              <p:cNvPr id="15" name="Google Shape;15;p68"/>
              <p:cNvSpPr/>
              <p:nvPr/>
            </p:nvSpPr>
            <p:spPr>
              <a:xfrm>
                <a:off x="10502836"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 name="Google Shape;16;p68"/>
              <p:cNvSpPr/>
              <p:nvPr/>
            </p:nvSpPr>
            <p:spPr>
              <a:xfrm>
                <a:off x="10502836"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7" name="Google Shape;17;p68"/>
              <p:cNvSpPr/>
              <p:nvPr/>
            </p:nvSpPr>
            <p:spPr>
              <a:xfrm>
                <a:off x="10502836"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18" name="Google Shape;18;p68"/>
            <p:cNvGrpSpPr/>
            <p:nvPr/>
          </p:nvGrpSpPr>
          <p:grpSpPr>
            <a:xfrm>
              <a:off x="9523412" y="0"/>
              <a:ext cx="6350" cy="6856095"/>
              <a:chOff x="9523412" y="0"/>
              <a:chExt cx="6350" cy="6856095"/>
            </a:xfrm>
          </p:grpSpPr>
          <p:sp>
            <p:nvSpPr>
              <p:cNvPr id="19" name="Google Shape;19;p68"/>
              <p:cNvSpPr/>
              <p:nvPr/>
            </p:nvSpPr>
            <p:spPr>
              <a:xfrm>
                <a:off x="9523412"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0" name="Google Shape;20;p68"/>
              <p:cNvSpPr/>
              <p:nvPr/>
            </p:nvSpPr>
            <p:spPr>
              <a:xfrm>
                <a:off x="9523412"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1" name="Google Shape;21;p68"/>
              <p:cNvSpPr/>
              <p:nvPr/>
            </p:nvSpPr>
            <p:spPr>
              <a:xfrm>
                <a:off x="9523412"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22" name="Google Shape;22;p68"/>
            <p:cNvGrpSpPr/>
            <p:nvPr/>
          </p:nvGrpSpPr>
          <p:grpSpPr>
            <a:xfrm>
              <a:off x="8543988" y="0"/>
              <a:ext cx="6350" cy="6856095"/>
              <a:chOff x="8543988" y="0"/>
              <a:chExt cx="6350" cy="6856095"/>
            </a:xfrm>
          </p:grpSpPr>
          <p:sp>
            <p:nvSpPr>
              <p:cNvPr id="23" name="Google Shape;23;p68"/>
              <p:cNvSpPr/>
              <p:nvPr/>
            </p:nvSpPr>
            <p:spPr>
              <a:xfrm>
                <a:off x="8543988"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4" name="Google Shape;24;p68"/>
              <p:cNvSpPr/>
              <p:nvPr/>
            </p:nvSpPr>
            <p:spPr>
              <a:xfrm>
                <a:off x="8543988"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5" name="Google Shape;25;p68"/>
              <p:cNvSpPr/>
              <p:nvPr/>
            </p:nvSpPr>
            <p:spPr>
              <a:xfrm>
                <a:off x="8543988"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26" name="Google Shape;26;p68"/>
            <p:cNvGrpSpPr/>
            <p:nvPr/>
          </p:nvGrpSpPr>
          <p:grpSpPr>
            <a:xfrm>
              <a:off x="7564564" y="0"/>
              <a:ext cx="6350" cy="6856095"/>
              <a:chOff x="7564564" y="0"/>
              <a:chExt cx="6350" cy="6856095"/>
            </a:xfrm>
          </p:grpSpPr>
          <p:sp>
            <p:nvSpPr>
              <p:cNvPr id="27" name="Google Shape;27;p68"/>
              <p:cNvSpPr/>
              <p:nvPr/>
            </p:nvSpPr>
            <p:spPr>
              <a:xfrm>
                <a:off x="7564564"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8" name="Google Shape;28;p68"/>
              <p:cNvSpPr/>
              <p:nvPr/>
            </p:nvSpPr>
            <p:spPr>
              <a:xfrm>
                <a:off x="7564564"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9" name="Google Shape;29;p68"/>
              <p:cNvSpPr/>
              <p:nvPr/>
            </p:nvSpPr>
            <p:spPr>
              <a:xfrm>
                <a:off x="7564564"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30" name="Google Shape;30;p68"/>
            <p:cNvGrpSpPr/>
            <p:nvPr/>
          </p:nvGrpSpPr>
          <p:grpSpPr>
            <a:xfrm>
              <a:off x="6585077" y="0"/>
              <a:ext cx="6350" cy="6856095"/>
              <a:chOff x="6585077" y="0"/>
              <a:chExt cx="6350" cy="6856095"/>
            </a:xfrm>
          </p:grpSpPr>
          <p:sp>
            <p:nvSpPr>
              <p:cNvPr id="31" name="Google Shape;31;p68"/>
              <p:cNvSpPr/>
              <p:nvPr/>
            </p:nvSpPr>
            <p:spPr>
              <a:xfrm>
                <a:off x="6585077"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2" name="Google Shape;32;p68"/>
              <p:cNvSpPr/>
              <p:nvPr/>
            </p:nvSpPr>
            <p:spPr>
              <a:xfrm>
                <a:off x="6585077"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3" name="Google Shape;33;p68"/>
              <p:cNvSpPr/>
              <p:nvPr/>
            </p:nvSpPr>
            <p:spPr>
              <a:xfrm>
                <a:off x="6585077"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34" name="Google Shape;34;p68"/>
            <p:cNvGrpSpPr/>
            <p:nvPr/>
          </p:nvGrpSpPr>
          <p:grpSpPr>
            <a:xfrm>
              <a:off x="5602224" y="0"/>
              <a:ext cx="6350" cy="6856095"/>
              <a:chOff x="5602224" y="0"/>
              <a:chExt cx="6350" cy="6856095"/>
            </a:xfrm>
          </p:grpSpPr>
          <p:sp>
            <p:nvSpPr>
              <p:cNvPr id="35" name="Google Shape;35;p68"/>
              <p:cNvSpPr/>
              <p:nvPr/>
            </p:nvSpPr>
            <p:spPr>
              <a:xfrm>
                <a:off x="5602224"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6" name="Google Shape;36;p68"/>
              <p:cNvSpPr/>
              <p:nvPr/>
            </p:nvSpPr>
            <p:spPr>
              <a:xfrm>
                <a:off x="5602224"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7" name="Google Shape;37;p68"/>
              <p:cNvSpPr/>
              <p:nvPr/>
            </p:nvSpPr>
            <p:spPr>
              <a:xfrm>
                <a:off x="5602224"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38" name="Google Shape;38;p68"/>
            <p:cNvGrpSpPr/>
            <p:nvPr/>
          </p:nvGrpSpPr>
          <p:grpSpPr>
            <a:xfrm>
              <a:off x="4622736" y="0"/>
              <a:ext cx="6350" cy="6856095"/>
              <a:chOff x="4622736" y="0"/>
              <a:chExt cx="6350" cy="6856095"/>
            </a:xfrm>
          </p:grpSpPr>
          <p:sp>
            <p:nvSpPr>
              <p:cNvPr id="39" name="Google Shape;39;p68"/>
              <p:cNvSpPr/>
              <p:nvPr/>
            </p:nvSpPr>
            <p:spPr>
              <a:xfrm>
                <a:off x="4622736"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0" name="Google Shape;40;p68"/>
              <p:cNvSpPr/>
              <p:nvPr/>
            </p:nvSpPr>
            <p:spPr>
              <a:xfrm>
                <a:off x="4622736"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1" name="Google Shape;41;p68"/>
              <p:cNvSpPr/>
              <p:nvPr/>
            </p:nvSpPr>
            <p:spPr>
              <a:xfrm>
                <a:off x="4622736"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42" name="Google Shape;42;p68"/>
            <p:cNvGrpSpPr/>
            <p:nvPr/>
          </p:nvGrpSpPr>
          <p:grpSpPr>
            <a:xfrm>
              <a:off x="3643312" y="0"/>
              <a:ext cx="6350" cy="6856095"/>
              <a:chOff x="3643312" y="0"/>
              <a:chExt cx="6350" cy="6856095"/>
            </a:xfrm>
          </p:grpSpPr>
          <p:sp>
            <p:nvSpPr>
              <p:cNvPr id="43" name="Google Shape;43;p68"/>
              <p:cNvSpPr/>
              <p:nvPr/>
            </p:nvSpPr>
            <p:spPr>
              <a:xfrm>
                <a:off x="3643312"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4" name="Google Shape;44;p68"/>
              <p:cNvSpPr/>
              <p:nvPr/>
            </p:nvSpPr>
            <p:spPr>
              <a:xfrm>
                <a:off x="3643312"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5" name="Google Shape;45;p68"/>
              <p:cNvSpPr/>
              <p:nvPr/>
            </p:nvSpPr>
            <p:spPr>
              <a:xfrm>
                <a:off x="3643312"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46" name="Google Shape;46;p68"/>
            <p:cNvGrpSpPr/>
            <p:nvPr/>
          </p:nvGrpSpPr>
          <p:grpSpPr>
            <a:xfrm>
              <a:off x="2663888" y="0"/>
              <a:ext cx="6350" cy="6856095"/>
              <a:chOff x="2663888" y="0"/>
              <a:chExt cx="6350" cy="6856095"/>
            </a:xfrm>
          </p:grpSpPr>
          <p:sp>
            <p:nvSpPr>
              <p:cNvPr id="47" name="Google Shape;47;p68"/>
              <p:cNvSpPr/>
              <p:nvPr/>
            </p:nvSpPr>
            <p:spPr>
              <a:xfrm>
                <a:off x="2663888"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8" name="Google Shape;48;p68"/>
              <p:cNvSpPr/>
              <p:nvPr/>
            </p:nvSpPr>
            <p:spPr>
              <a:xfrm>
                <a:off x="2663888"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9" name="Google Shape;49;p68"/>
              <p:cNvSpPr/>
              <p:nvPr/>
            </p:nvSpPr>
            <p:spPr>
              <a:xfrm>
                <a:off x="2663888"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50" name="Google Shape;50;p68"/>
            <p:cNvGrpSpPr/>
            <p:nvPr/>
          </p:nvGrpSpPr>
          <p:grpSpPr>
            <a:xfrm>
              <a:off x="1684464" y="0"/>
              <a:ext cx="6350" cy="6856095"/>
              <a:chOff x="1684464" y="0"/>
              <a:chExt cx="6350" cy="6856095"/>
            </a:xfrm>
          </p:grpSpPr>
          <p:sp>
            <p:nvSpPr>
              <p:cNvPr id="51" name="Google Shape;51;p68"/>
              <p:cNvSpPr/>
              <p:nvPr/>
            </p:nvSpPr>
            <p:spPr>
              <a:xfrm>
                <a:off x="1684464"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2" name="Google Shape;52;p68"/>
              <p:cNvSpPr/>
              <p:nvPr/>
            </p:nvSpPr>
            <p:spPr>
              <a:xfrm>
                <a:off x="1684464"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3" name="Google Shape;53;p68"/>
              <p:cNvSpPr/>
              <p:nvPr/>
            </p:nvSpPr>
            <p:spPr>
              <a:xfrm>
                <a:off x="1684464"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54" name="Google Shape;54;p68"/>
            <p:cNvGrpSpPr/>
            <p:nvPr/>
          </p:nvGrpSpPr>
          <p:grpSpPr>
            <a:xfrm>
              <a:off x="704977" y="0"/>
              <a:ext cx="6350" cy="6856095"/>
              <a:chOff x="704977" y="0"/>
              <a:chExt cx="6350" cy="6856095"/>
            </a:xfrm>
          </p:grpSpPr>
          <p:sp>
            <p:nvSpPr>
              <p:cNvPr id="55" name="Google Shape;55;p68"/>
              <p:cNvSpPr/>
              <p:nvPr/>
            </p:nvSpPr>
            <p:spPr>
              <a:xfrm>
                <a:off x="704977"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6" name="Google Shape;56;p68"/>
              <p:cNvSpPr/>
              <p:nvPr/>
            </p:nvSpPr>
            <p:spPr>
              <a:xfrm>
                <a:off x="704977"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7" name="Google Shape;57;p68"/>
              <p:cNvSpPr/>
              <p:nvPr/>
            </p:nvSpPr>
            <p:spPr>
              <a:xfrm>
                <a:off x="704977"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58" name="Google Shape;58;p68"/>
            <p:cNvGrpSpPr/>
            <p:nvPr/>
          </p:nvGrpSpPr>
          <p:grpSpPr>
            <a:xfrm>
              <a:off x="0" y="6093333"/>
              <a:ext cx="12192000" cy="6350"/>
              <a:chOff x="0" y="6093333"/>
              <a:chExt cx="12192000" cy="6350"/>
            </a:xfrm>
          </p:grpSpPr>
          <p:sp>
            <p:nvSpPr>
              <p:cNvPr id="59" name="Google Shape;59;p68"/>
              <p:cNvSpPr/>
              <p:nvPr/>
            </p:nvSpPr>
            <p:spPr>
              <a:xfrm>
                <a:off x="12169775" y="6093333"/>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0" name="Google Shape;60;p68"/>
              <p:cNvSpPr/>
              <p:nvPr/>
            </p:nvSpPr>
            <p:spPr>
              <a:xfrm>
                <a:off x="44450" y="6093333"/>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1" name="Google Shape;61;p68"/>
              <p:cNvSpPr/>
              <p:nvPr/>
            </p:nvSpPr>
            <p:spPr>
              <a:xfrm>
                <a:off x="0" y="6093333"/>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62" name="Google Shape;62;p68"/>
            <p:cNvGrpSpPr/>
            <p:nvPr/>
          </p:nvGrpSpPr>
          <p:grpSpPr>
            <a:xfrm>
              <a:off x="0" y="5330571"/>
              <a:ext cx="12192000" cy="6350"/>
              <a:chOff x="0" y="5330571"/>
              <a:chExt cx="12192000" cy="6350"/>
            </a:xfrm>
          </p:grpSpPr>
          <p:sp>
            <p:nvSpPr>
              <p:cNvPr id="63" name="Google Shape;63;p68"/>
              <p:cNvSpPr/>
              <p:nvPr/>
            </p:nvSpPr>
            <p:spPr>
              <a:xfrm>
                <a:off x="12169775" y="5330571"/>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4" name="Google Shape;64;p68"/>
              <p:cNvSpPr/>
              <p:nvPr/>
            </p:nvSpPr>
            <p:spPr>
              <a:xfrm>
                <a:off x="44450" y="5330571"/>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5" name="Google Shape;65;p68"/>
              <p:cNvSpPr/>
              <p:nvPr/>
            </p:nvSpPr>
            <p:spPr>
              <a:xfrm>
                <a:off x="0" y="5330571"/>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66" name="Google Shape;66;p68"/>
            <p:cNvGrpSpPr/>
            <p:nvPr/>
          </p:nvGrpSpPr>
          <p:grpSpPr>
            <a:xfrm>
              <a:off x="0" y="4567872"/>
              <a:ext cx="12192000" cy="6350"/>
              <a:chOff x="0" y="4567872"/>
              <a:chExt cx="12192000" cy="6350"/>
            </a:xfrm>
          </p:grpSpPr>
          <p:sp>
            <p:nvSpPr>
              <p:cNvPr id="67" name="Google Shape;67;p68"/>
              <p:cNvSpPr/>
              <p:nvPr/>
            </p:nvSpPr>
            <p:spPr>
              <a:xfrm>
                <a:off x="12169775" y="4567872"/>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8" name="Google Shape;68;p68"/>
              <p:cNvSpPr/>
              <p:nvPr/>
            </p:nvSpPr>
            <p:spPr>
              <a:xfrm>
                <a:off x="44450" y="4567872"/>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9" name="Google Shape;69;p68"/>
              <p:cNvSpPr/>
              <p:nvPr/>
            </p:nvSpPr>
            <p:spPr>
              <a:xfrm>
                <a:off x="0" y="4567872"/>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70" name="Google Shape;70;p68"/>
            <p:cNvGrpSpPr/>
            <p:nvPr/>
          </p:nvGrpSpPr>
          <p:grpSpPr>
            <a:xfrm>
              <a:off x="0" y="3805110"/>
              <a:ext cx="12192000" cy="6350"/>
              <a:chOff x="0" y="3805110"/>
              <a:chExt cx="12192000" cy="6350"/>
            </a:xfrm>
          </p:grpSpPr>
          <p:sp>
            <p:nvSpPr>
              <p:cNvPr id="71" name="Google Shape;71;p68"/>
              <p:cNvSpPr/>
              <p:nvPr/>
            </p:nvSpPr>
            <p:spPr>
              <a:xfrm>
                <a:off x="12169775" y="3805110"/>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2" name="Google Shape;72;p68"/>
              <p:cNvSpPr/>
              <p:nvPr/>
            </p:nvSpPr>
            <p:spPr>
              <a:xfrm>
                <a:off x="44450" y="3805110"/>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3" name="Google Shape;73;p68"/>
              <p:cNvSpPr/>
              <p:nvPr/>
            </p:nvSpPr>
            <p:spPr>
              <a:xfrm>
                <a:off x="0" y="3805110"/>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74" name="Google Shape;74;p68"/>
            <p:cNvGrpSpPr/>
            <p:nvPr/>
          </p:nvGrpSpPr>
          <p:grpSpPr>
            <a:xfrm>
              <a:off x="0" y="3050921"/>
              <a:ext cx="12192000" cy="6350"/>
              <a:chOff x="0" y="3050921"/>
              <a:chExt cx="12192000" cy="6350"/>
            </a:xfrm>
          </p:grpSpPr>
          <p:sp>
            <p:nvSpPr>
              <p:cNvPr id="75" name="Google Shape;75;p68"/>
              <p:cNvSpPr/>
              <p:nvPr/>
            </p:nvSpPr>
            <p:spPr>
              <a:xfrm>
                <a:off x="12169775" y="3050921"/>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6" name="Google Shape;76;p68"/>
              <p:cNvSpPr/>
              <p:nvPr/>
            </p:nvSpPr>
            <p:spPr>
              <a:xfrm>
                <a:off x="44450" y="3050921"/>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7" name="Google Shape;77;p68"/>
              <p:cNvSpPr/>
              <p:nvPr/>
            </p:nvSpPr>
            <p:spPr>
              <a:xfrm>
                <a:off x="0" y="3050921"/>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78" name="Google Shape;78;p68"/>
            <p:cNvGrpSpPr/>
            <p:nvPr/>
          </p:nvGrpSpPr>
          <p:grpSpPr>
            <a:xfrm>
              <a:off x="0" y="2288222"/>
              <a:ext cx="12192000" cy="6350"/>
              <a:chOff x="0" y="2288222"/>
              <a:chExt cx="12192000" cy="6350"/>
            </a:xfrm>
          </p:grpSpPr>
          <p:sp>
            <p:nvSpPr>
              <p:cNvPr id="79" name="Google Shape;79;p68"/>
              <p:cNvSpPr/>
              <p:nvPr/>
            </p:nvSpPr>
            <p:spPr>
              <a:xfrm>
                <a:off x="12169775" y="2288222"/>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0" name="Google Shape;80;p68"/>
              <p:cNvSpPr/>
              <p:nvPr/>
            </p:nvSpPr>
            <p:spPr>
              <a:xfrm>
                <a:off x="44450" y="2288222"/>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1" name="Google Shape;81;p68"/>
              <p:cNvSpPr/>
              <p:nvPr/>
            </p:nvSpPr>
            <p:spPr>
              <a:xfrm>
                <a:off x="0" y="2288222"/>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82" name="Google Shape;82;p68"/>
            <p:cNvGrpSpPr/>
            <p:nvPr/>
          </p:nvGrpSpPr>
          <p:grpSpPr>
            <a:xfrm>
              <a:off x="0" y="1525460"/>
              <a:ext cx="12192000" cy="6350"/>
              <a:chOff x="0" y="1525460"/>
              <a:chExt cx="12192000" cy="6350"/>
            </a:xfrm>
          </p:grpSpPr>
          <p:sp>
            <p:nvSpPr>
              <p:cNvPr id="83" name="Google Shape;83;p68"/>
              <p:cNvSpPr/>
              <p:nvPr/>
            </p:nvSpPr>
            <p:spPr>
              <a:xfrm>
                <a:off x="12169775" y="1525460"/>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4" name="Google Shape;84;p68"/>
              <p:cNvSpPr/>
              <p:nvPr/>
            </p:nvSpPr>
            <p:spPr>
              <a:xfrm>
                <a:off x="44450" y="1525460"/>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5" name="Google Shape;85;p68"/>
              <p:cNvSpPr/>
              <p:nvPr/>
            </p:nvSpPr>
            <p:spPr>
              <a:xfrm>
                <a:off x="0" y="1525460"/>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86" name="Google Shape;86;p68"/>
            <p:cNvGrpSpPr/>
            <p:nvPr/>
          </p:nvGrpSpPr>
          <p:grpSpPr>
            <a:xfrm>
              <a:off x="0" y="762762"/>
              <a:ext cx="12192000" cy="6350"/>
              <a:chOff x="0" y="762762"/>
              <a:chExt cx="12192000" cy="6350"/>
            </a:xfrm>
          </p:grpSpPr>
          <p:sp>
            <p:nvSpPr>
              <p:cNvPr id="87" name="Google Shape;87;p68"/>
              <p:cNvSpPr/>
              <p:nvPr/>
            </p:nvSpPr>
            <p:spPr>
              <a:xfrm>
                <a:off x="12169775" y="762762"/>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8" name="Google Shape;88;p68"/>
              <p:cNvSpPr/>
              <p:nvPr/>
            </p:nvSpPr>
            <p:spPr>
              <a:xfrm>
                <a:off x="44450" y="762762"/>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9" name="Google Shape;89;p68"/>
              <p:cNvSpPr/>
              <p:nvPr/>
            </p:nvSpPr>
            <p:spPr>
              <a:xfrm>
                <a:off x="0" y="762762"/>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sp>
        <p:nvSpPr>
          <p:cNvPr id="90" name="Google Shape;90;p68"/>
          <p:cNvSpPr/>
          <p:nvPr/>
        </p:nvSpPr>
        <p:spPr>
          <a:xfrm>
            <a:off x="535200" y="578100"/>
            <a:ext cx="8073600" cy="3987300"/>
          </a:xfrm>
          <a:prstGeom prst="rect">
            <a:avLst/>
          </a:prstGeom>
          <a:solidFill>
            <a:schemeClr val="lt1"/>
          </a:solidFill>
          <a:ln>
            <a:noFill/>
          </a:ln>
          <a:effectLst>
            <a:outerShdw blurRad="285750" dist="19050" dir="5400000" algn="bl" rotWithShape="0">
              <a:schemeClr val="dk1">
                <a:alpha val="49411"/>
              </a:scheme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sp>
        <p:nvSpPr>
          <p:cNvPr id="91" name="Google Shape;91;p68"/>
          <p:cNvSpPr txBox="1">
            <a:spLocks noGrp="1"/>
          </p:cNvSpPr>
          <p:nvPr>
            <p:ph type="ctrTitle"/>
          </p:nvPr>
        </p:nvSpPr>
        <p:spPr>
          <a:xfrm>
            <a:off x="1215950" y="1204500"/>
            <a:ext cx="4280100" cy="19539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191919"/>
              </a:buClr>
              <a:buSzPts val="5200"/>
              <a:buNone/>
              <a:defRPr sz="6000">
                <a:solidFill>
                  <a:schemeClr val="dk1"/>
                </a:solidFill>
                <a:latin typeface="Montserrat"/>
                <a:ea typeface="Montserrat"/>
                <a:cs typeface="Montserrat"/>
                <a:sym typeface="Montserrat"/>
              </a:defRPr>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a:endParaRPr/>
          </a:p>
        </p:txBody>
      </p:sp>
      <p:sp>
        <p:nvSpPr>
          <p:cNvPr id="92" name="Google Shape;92;p68"/>
          <p:cNvSpPr txBox="1">
            <a:spLocks noGrp="1"/>
          </p:cNvSpPr>
          <p:nvPr>
            <p:ph type="subTitle" idx="1"/>
          </p:nvPr>
        </p:nvSpPr>
        <p:spPr>
          <a:xfrm>
            <a:off x="1215950" y="3158400"/>
            <a:ext cx="2307000" cy="7014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600">
                <a:solidFill>
                  <a:schemeClr val="dk1"/>
                </a:solidFill>
                <a:latin typeface="Albert Sans"/>
                <a:ea typeface="Albert Sans"/>
                <a:cs typeface="Albert Sans"/>
                <a:sym typeface="Albert Sans"/>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93"/>
        <p:cNvGrpSpPr/>
        <p:nvPr/>
      </p:nvGrpSpPr>
      <p:grpSpPr>
        <a:xfrm>
          <a:off x="0" y="0"/>
          <a:ext cx="0" cy="0"/>
          <a:chOff x="0" y="0"/>
          <a:chExt cx="0" cy="0"/>
        </a:xfrm>
      </p:grpSpPr>
      <p:grpSp>
        <p:nvGrpSpPr>
          <p:cNvPr id="94" name="Google Shape;94;p69"/>
          <p:cNvGrpSpPr/>
          <p:nvPr/>
        </p:nvGrpSpPr>
        <p:grpSpPr>
          <a:xfrm>
            <a:off x="0" y="0"/>
            <a:ext cx="9144000" cy="5142071"/>
            <a:chOff x="0" y="0"/>
            <a:chExt cx="12192000" cy="6856095"/>
          </a:xfrm>
        </p:grpSpPr>
        <p:grpSp>
          <p:nvGrpSpPr>
            <p:cNvPr id="95" name="Google Shape;95;p69"/>
            <p:cNvGrpSpPr/>
            <p:nvPr/>
          </p:nvGrpSpPr>
          <p:grpSpPr>
            <a:xfrm>
              <a:off x="11482324" y="0"/>
              <a:ext cx="6350" cy="6856095"/>
              <a:chOff x="11482324" y="0"/>
              <a:chExt cx="6350" cy="6856095"/>
            </a:xfrm>
          </p:grpSpPr>
          <p:sp>
            <p:nvSpPr>
              <p:cNvPr id="96" name="Google Shape;96;p69"/>
              <p:cNvSpPr/>
              <p:nvPr/>
            </p:nvSpPr>
            <p:spPr>
              <a:xfrm>
                <a:off x="11482324"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7" name="Google Shape;97;p69"/>
              <p:cNvSpPr/>
              <p:nvPr/>
            </p:nvSpPr>
            <p:spPr>
              <a:xfrm>
                <a:off x="11482324"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8" name="Google Shape;98;p69"/>
              <p:cNvSpPr/>
              <p:nvPr/>
            </p:nvSpPr>
            <p:spPr>
              <a:xfrm>
                <a:off x="11482324"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99" name="Google Shape;99;p69"/>
            <p:cNvGrpSpPr/>
            <p:nvPr/>
          </p:nvGrpSpPr>
          <p:grpSpPr>
            <a:xfrm>
              <a:off x="10502836" y="0"/>
              <a:ext cx="6350" cy="6856095"/>
              <a:chOff x="10502836" y="0"/>
              <a:chExt cx="6350" cy="6856095"/>
            </a:xfrm>
          </p:grpSpPr>
          <p:sp>
            <p:nvSpPr>
              <p:cNvPr id="100" name="Google Shape;100;p69"/>
              <p:cNvSpPr/>
              <p:nvPr/>
            </p:nvSpPr>
            <p:spPr>
              <a:xfrm>
                <a:off x="10502836"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1" name="Google Shape;101;p69"/>
              <p:cNvSpPr/>
              <p:nvPr/>
            </p:nvSpPr>
            <p:spPr>
              <a:xfrm>
                <a:off x="10502836"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2" name="Google Shape;102;p69"/>
              <p:cNvSpPr/>
              <p:nvPr/>
            </p:nvSpPr>
            <p:spPr>
              <a:xfrm>
                <a:off x="10502836"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103" name="Google Shape;103;p69"/>
            <p:cNvGrpSpPr/>
            <p:nvPr/>
          </p:nvGrpSpPr>
          <p:grpSpPr>
            <a:xfrm>
              <a:off x="9523412" y="0"/>
              <a:ext cx="6350" cy="6856095"/>
              <a:chOff x="9523412" y="0"/>
              <a:chExt cx="6350" cy="6856095"/>
            </a:xfrm>
          </p:grpSpPr>
          <p:sp>
            <p:nvSpPr>
              <p:cNvPr id="104" name="Google Shape;104;p69"/>
              <p:cNvSpPr/>
              <p:nvPr/>
            </p:nvSpPr>
            <p:spPr>
              <a:xfrm>
                <a:off x="9523412"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5" name="Google Shape;105;p69"/>
              <p:cNvSpPr/>
              <p:nvPr/>
            </p:nvSpPr>
            <p:spPr>
              <a:xfrm>
                <a:off x="9523412"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6" name="Google Shape;106;p69"/>
              <p:cNvSpPr/>
              <p:nvPr/>
            </p:nvSpPr>
            <p:spPr>
              <a:xfrm>
                <a:off x="9523412"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107" name="Google Shape;107;p69"/>
            <p:cNvGrpSpPr/>
            <p:nvPr/>
          </p:nvGrpSpPr>
          <p:grpSpPr>
            <a:xfrm>
              <a:off x="8543988" y="0"/>
              <a:ext cx="6350" cy="6856095"/>
              <a:chOff x="8543988" y="0"/>
              <a:chExt cx="6350" cy="6856095"/>
            </a:xfrm>
          </p:grpSpPr>
          <p:sp>
            <p:nvSpPr>
              <p:cNvPr id="108" name="Google Shape;108;p69"/>
              <p:cNvSpPr/>
              <p:nvPr/>
            </p:nvSpPr>
            <p:spPr>
              <a:xfrm>
                <a:off x="8543988"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9" name="Google Shape;109;p69"/>
              <p:cNvSpPr/>
              <p:nvPr/>
            </p:nvSpPr>
            <p:spPr>
              <a:xfrm>
                <a:off x="8543988"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10" name="Google Shape;110;p69"/>
              <p:cNvSpPr/>
              <p:nvPr/>
            </p:nvSpPr>
            <p:spPr>
              <a:xfrm>
                <a:off x="8543988"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111" name="Google Shape;111;p69"/>
            <p:cNvGrpSpPr/>
            <p:nvPr/>
          </p:nvGrpSpPr>
          <p:grpSpPr>
            <a:xfrm>
              <a:off x="7564564" y="0"/>
              <a:ext cx="6350" cy="6856095"/>
              <a:chOff x="7564564" y="0"/>
              <a:chExt cx="6350" cy="6856095"/>
            </a:xfrm>
          </p:grpSpPr>
          <p:sp>
            <p:nvSpPr>
              <p:cNvPr id="112" name="Google Shape;112;p69"/>
              <p:cNvSpPr/>
              <p:nvPr/>
            </p:nvSpPr>
            <p:spPr>
              <a:xfrm>
                <a:off x="7564564"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13" name="Google Shape;113;p69"/>
              <p:cNvSpPr/>
              <p:nvPr/>
            </p:nvSpPr>
            <p:spPr>
              <a:xfrm>
                <a:off x="7564564"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14" name="Google Shape;114;p69"/>
              <p:cNvSpPr/>
              <p:nvPr/>
            </p:nvSpPr>
            <p:spPr>
              <a:xfrm>
                <a:off x="7564564"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115" name="Google Shape;115;p69"/>
            <p:cNvGrpSpPr/>
            <p:nvPr/>
          </p:nvGrpSpPr>
          <p:grpSpPr>
            <a:xfrm>
              <a:off x="6585077" y="0"/>
              <a:ext cx="6350" cy="6856095"/>
              <a:chOff x="6585077" y="0"/>
              <a:chExt cx="6350" cy="6856095"/>
            </a:xfrm>
          </p:grpSpPr>
          <p:sp>
            <p:nvSpPr>
              <p:cNvPr id="116" name="Google Shape;116;p69"/>
              <p:cNvSpPr/>
              <p:nvPr/>
            </p:nvSpPr>
            <p:spPr>
              <a:xfrm>
                <a:off x="6585077"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17" name="Google Shape;117;p69"/>
              <p:cNvSpPr/>
              <p:nvPr/>
            </p:nvSpPr>
            <p:spPr>
              <a:xfrm>
                <a:off x="6585077"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18" name="Google Shape;118;p69"/>
              <p:cNvSpPr/>
              <p:nvPr/>
            </p:nvSpPr>
            <p:spPr>
              <a:xfrm>
                <a:off x="6585077"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119" name="Google Shape;119;p69"/>
            <p:cNvGrpSpPr/>
            <p:nvPr/>
          </p:nvGrpSpPr>
          <p:grpSpPr>
            <a:xfrm>
              <a:off x="5602224" y="0"/>
              <a:ext cx="6350" cy="6856095"/>
              <a:chOff x="5602224" y="0"/>
              <a:chExt cx="6350" cy="6856095"/>
            </a:xfrm>
          </p:grpSpPr>
          <p:sp>
            <p:nvSpPr>
              <p:cNvPr id="120" name="Google Shape;120;p69"/>
              <p:cNvSpPr/>
              <p:nvPr/>
            </p:nvSpPr>
            <p:spPr>
              <a:xfrm>
                <a:off x="5602224"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21" name="Google Shape;121;p69"/>
              <p:cNvSpPr/>
              <p:nvPr/>
            </p:nvSpPr>
            <p:spPr>
              <a:xfrm>
                <a:off x="5602224"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22" name="Google Shape;122;p69"/>
              <p:cNvSpPr/>
              <p:nvPr/>
            </p:nvSpPr>
            <p:spPr>
              <a:xfrm>
                <a:off x="5602224"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123" name="Google Shape;123;p69"/>
            <p:cNvGrpSpPr/>
            <p:nvPr/>
          </p:nvGrpSpPr>
          <p:grpSpPr>
            <a:xfrm>
              <a:off x="4622736" y="0"/>
              <a:ext cx="6350" cy="6856095"/>
              <a:chOff x="4622736" y="0"/>
              <a:chExt cx="6350" cy="6856095"/>
            </a:xfrm>
          </p:grpSpPr>
          <p:sp>
            <p:nvSpPr>
              <p:cNvPr id="124" name="Google Shape;124;p69"/>
              <p:cNvSpPr/>
              <p:nvPr/>
            </p:nvSpPr>
            <p:spPr>
              <a:xfrm>
                <a:off x="4622736"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25" name="Google Shape;125;p69"/>
              <p:cNvSpPr/>
              <p:nvPr/>
            </p:nvSpPr>
            <p:spPr>
              <a:xfrm>
                <a:off x="4622736"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26" name="Google Shape;126;p69"/>
              <p:cNvSpPr/>
              <p:nvPr/>
            </p:nvSpPr>
            <p:spPr>
              <a:xfrm>
                <a:off x="4622736"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127" name="Google Shape;127;p69"/>
            <p:cNvGrpSpPr/>
            <p:nvPr/>
          </p:nvGrpSpPr>
          <p:grpSpPr>
            <a:xfrm>
              <a:off x="3643312" y="0"/>
              <a:ext cx="6350" cy="6856095"/>
              <a:chOff x="3643312" y="0"/>
              <a:chExt cx="6350" cy="6856095"/>
            </a:xfrm>
          </p:grpSpPr>
          <p:sp>
            <p:nvSpPr>
              <p:cNvPr id="128" name="Google Shape;128;p69"/>
              <p:cNvSpPr/>
              <p:nvPr/>
            </p:nvSpPr>
            <p:spPr>
              <a:xfrm>
                <a:off x="3643312"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29" name="Google Shape;129;p69"/>
              <p:cNvSpPr/>
              <p:nvPr/>
            </p:nvSpPr>
            <p:spPr>
              <a:xfrm>
                <a:off x="3643312"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30" name="Google Shape;130;p69"/>
              <p:cNvSpPr/>
              <p:nvPr/>
            </p:nvSpPr>
            <p:spPr>
              <a:xfrm>
                <a:off x="3643312"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131" name="Google Shape;131;p69"/>
            <p:cNvGrpSpPr/>
            <p:nvPr/>
          </p:nvGrpSpPr>
          <p:grpSpPr>
            <a:xfrm>
              <a:off x="2663888" y="0"/>
              <a:ext cx="6350" cy="6856095"/>
              <a:chOff x="2663888" y="0"/>
              <a:chExt cx="6350" cy="6856095"/>
            </a:xfrm>
          </p:grpSpPr>
          <p:sp>
            <p:nvSpPr>
              <p:cNvPr id="132" name="Google Shape;132;p69"/>
              <p:cNvSpPr/>
              <p:nvPr/>
            </p:nvSpPr>
            <p:spPr>
              <a:xfrm>
                <a:off x="2663888"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33" name="Google Shape;133;p69"/>
              <p:cNvSpPr/>
              <p:nvPr/>
            </p:nvSpPr>
            <p:spPr>
              <a:xfrm>
                <a:off x="2663888"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34" name="Google Shape;134;p69"/>
              <p:cNvSpPr/>
              <p:nvPr/>
            </p:nvSpPr>
            <p:spPr>
              <a:xfrm>
                <a:off x="2663888"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135" name="Google Shape;135;p69"/>
            <p:cNvGrpSpPr/>
            <p:nvPr/>
          </p:nvGrpSpPr>
          <p:grpSpPr>
            <a:xfrm>
              <a:off x="1684464" y="0"/>
              <a:ext cx="6350" cy="6856095"/>
              <a:chOff x="1684464" y="0"/>
              <a:chExt cx="6350" cy="6856095"/>
            </a:xfrm>
          </p:grpSpPr>
          <p:sp>
            <p:nvSpPr>
              <p:cNvPr id="136" name="Google Shape;136;p69"/>
              <p:cNvSpPr/>
              <p:nvPr/>
            </p:nvSpPr>
            <p:spPr>
              <a:xfrm>
                <a:off x="1684464"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37" name="Google Shape;137;p69"/>
              <p:cNvSpPr/>
              <p:nvPr/>
            </p:nvSpPr>
            <p:spPr>
              <a:xfrm>
                <a:off x="1684464"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38" name="Google Shape;138;p69"/>
              <p:cNvSpPr/>
              <p:nvPr/>
            </p:nvSpPr>
            <p:spPr>
              <a:xfrm>
                <a:off x="1684464"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139" name="Google Shape;139;p69"/>
            <p:cNvGrpSpPr/>
            <p:nvPr/>
          </p:nvGrpSpPr>
          <p:grpSpPr>
            <a:xfrm>
              <a:off x="704977" y="0"/>
              <a:ext cx="6350" cy="6856095"/>
              <a:chOff x="704977" y="0"/>
              <a:chExt cx="6350" cy="6856095"/>
            </a:xfrm>
          </p:grpSpPr>
          <p:sp>
            <p:nvSpPr>
              <p:cNvPr id="140" name="Google Shape;140;p69"/>
              <p:cNvSpPr/>
              <p:nvPr/>
            </p:nvSpPr>
            <p:spPr>
              <a:xfrm>
                <a:off x="704977"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41" name="Google Shape;141;p69"/>
              <p:cNvSpPr/>
              <p:nvPr/>
            </p:nvSpPr>
            <p:spPr>
              <a:xfrm>
                <a:off x="704977"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42" name="Google Shape;142;p69"/>
              <p:cNvSpPr/>
              <p:nvPr/>
            </p:nvSpPr>
            <p:spPr>
              <a:xfrm>
                <a:off x="704977"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143" name="Google Shape;143;p69"/>
            <p:cNvGrpSpPr/>
            <p:nvPr/>
          </p:nvGrpSpPr>
          <p:grpSpPr>
            <a:xfrm>
              <a:off x="0" y="6093333"/>
              <a:ext cx="12192000" cy="6350"/>
              <a:chOff x="0" y="6093333"/>
              <a:chExt cx="12192000" cy="6350"/>
            </a:xfrm>
          </p:grpSpPr>
          <p:sp>
            <p:nvSpPr>
              <p:cNvPr id="144" name="Google Shape;144;p69"/>
              <p:cNvSpPr/>
              <p:nvPr/>
            </p:nvSpPr>
            <p:spPr>
              <a:xfrm>
                <a:off x="12169775" y="6093333"/>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45" name="Google Shape;145;p69"/>
              <p:cNvSpPr/>
              <p:nvPr/>
            </p:nvSpPr>
            <p:spPr>
              <a:xfrm>
                <a:off x="44450" y="6093333"/>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46" name="Google Shape;146;p69"/>
              <p:cNvSpPr/>
              <p:nvPr/>
            </p:nvSpPr>
            <p:spPr>
              <a:xfrm>
                <a:off x="0" y="6093333"/>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147" name="Google Shape;147;p69"/>
            <p:cNvGrpSpPr/>
            <p:nvPr/>
          </p:nvGrpSpPr>
          <p:grpSpPr>
            <a:xfrm>
              <a:off x="0" y="5330571"/>
              <a:ext cx="12192000" cy="6350"/>
              <a:chOff x="0" y="5330571"/>
              <a:chExt cx="12192000" cy="6350"/>
            </a:xfrm>
          </p:grpSpPr>
          <p:sp>
            <p:nvSpPr>
              <p:cNvPr id="148" name="Google Shape;148;p69"/>
              <p:cNvSpPr/>
              <p:nvPr/>
            </p:nvSpPr>
            <p:spPr>
              <a:xfrm>
                <a:off x="12169775" y="5330571"/>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49" name="Google Shape;149;p69"/>
              <p:cNvSpPr/>
              <p:nvPr/>
            </p:nvSpPr>
            <p:spPr>
              <a:xfrm>
                <a:off x="44450" y="5330571"/>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0" name="Google Shape;150;p69"/>
              <p:cNvSpPr/>
              <p:nvPr/>
            </p:nvSpPr>
            <p:spPr>
              <a:xfrm>
                <a:off x="0" y="5330571"/>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151" name="Google Shape;151;p69"/>
            <p:cNvGrpSpPr/>
            <p:nvPr/>
          </p:nvGrpSpPr>
          <p:grpSpPr>
            <a:xfrm>
              <a:off x="0" y="4567872"/>
              <a:ext cx="12192000" cy="6350"/>
              <a:chOff x="0" y="4567872"/>
              <a:chExt cx="12192000" cy="6350"/>
            </a:xfrm>
          </p:grpSpPr>
          <p:sp>
            <p:nvSpPr>
              <p:cNvPr id="152" name="Google Shape;152;p69"/>
              <p:cNvSpPr/>
              <p:nvPr/>
            </p:nvSpPr>
            <p:spPr>
              <a:xfrm>
                <a:off x="12169775" y="4567872"/>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3" name="Google Shape;153;p69"/>
              <p:cNvSpPr/>
              <p:nvPr/>
            </p:nvSpPr>
            <p:spPr>
              <a:xfrm>
                <a:off x="44450" y="4567872"/>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4" name="Google Shape;154;p69"/>
              <p:cNvSpPr/>
              <p:nvPr/>
            </p:nvSpPr>
            <p:spPr>
              <a:xfrm>
                <a:off x="0" y="4567872"/>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155" name="Google Shape;155;p69"/>
            <p:cNvGrpSpPr/>
            <p:nvPr/>
          </p:nvGrpSpPr>
          <p:grpSpPr>
            <a:xfrm>
              <a:off x="0" y="3805110"/>
              <a:ext cx="12192000" cy="6350"/>
              <a:chOff x="0" y="3805110"/>
              <a:chExt cx="12192000" cy="6350"/>
            </a:xfrm>
          </p:grpSpPr>
          <p:sp>
            <p:nvSpPr>
              <p:cNvPr id="156" name="Google Shape;156;p69"/>
              <p:cNvSpPr/>
              <p:nvPr/>
            </p:nvSpPr>
            <p:spPr>
              <a:xfrm>
                <a:off x="12169775" y="3805110"/>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7" name="Google Shape;157;p69"/>
              <p:cNvSpPr/>
              <p:nvPr/>
            </p:nvSpPr>
            <p:spPr>
              <a:xfrm>
                <a:off x="44450" y="3805110"/>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8" name="Google Shape;158;p69"/>
              <p:cNvSpPr/>
              <p:nvPr/>
            </p:nvSpPr>
            <p:spPr>
              <a:xfrm>
                <a:off x="0" y="3805110"/>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159" name="Google Shape;159;p69"/>
            <p:cNvGrpSpPr/>
            <p:nvPr/>
          </p:nvGrpSpPr>
          <p:grpSpPr>
            <a:xfrm>
              <a:off x="0" y="3050921"/>
              <a:ext cx="12192000" cy="6350"/>
              <a:chOff x="0" y="3050921"/>
              <a:chExt cx="12192000" cy="6350"/>
            </a:xfrm>
          </p:grpSpPr>
          <p:sp>
            <p:nvSpPr>
              <p:cNvPr id="160" name="Google Shape;160;p69"/>
              <p:cNvSpPr/>
              <p:nvPr/>
            </p:nvSpPr>
            <p:spPr>
              <a:xfrm>
                <a:off x="12169775" y="3050921"/>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1" name="Google Shape;161;p69"/>
              <p:cNvSpPr/>
              <p:nvPr/>
            </p:nvSpPr>
            <p:spPr>
              <a:xfrm>
                <a:off x="44450" y="3050921"/>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2" name="Google Shape;162;p69"/>
              <p:cNvSpPr/>
              <p:nvPr/>
            </p:nvSpPr>
            <p:spPr>
              <a:xfrm>
                <a:off x="0" y="3050921"/>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163" name="Google Shape;163;p69"/>
            <p:cNvGrpSpPr/>
            <p:nvPr/>
          </p:nvGrpSpPr>
          <p:grpSpPr>
            <a:xfrm>
              <a:off x="0" y="2288222"/>
              <a:ext cx="12192000" cy="6350"/>
              <a:chOff x="0" y="2288222"/>
              <a:chExt cx="12192000" cy="6350"/>
            </a:xfrm>
          </p:grpSpPr>
          <p:sp>
            <p:nvSpPr>
              <p:cNvPr id="164" name="Google Shape;164;p69"/>
              <p:cNvSpPr/>
              <p:nvPr/>
            </p:nvSpPr>
            <p:spPr>
              <a:xfrm>
                <a:off x="12169775" y="2288222"/>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5" name="Google Shape;165;p69"/>
              <p:cNvSpPr/>
              <p:nvPr/>
            </p:nvSpPr>
            <p:spPr>
              <a:xfrm>
                <a:off x="44450" y="2288222"/>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6" name="Google Shape;166;p69"/>
              <p:cNvSpPr/>
              <p:nvPr/>
            </p:nvSpPr>
            <p:spPr>
              <a:xfrm>
                <a:off x="0" y="2288222"/>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167" name="Google Shape;167;p69"/>
            <p:cNvGrpSpPr/>
            <p:nvPr/>
          </p:nvGrpSpPr>
          <p:grpSpPr>
            <a:xfrm>
              <a:off x="0" y="1525460"/>
              <a:ext cx="12192000" cy="6350"/>
              <a:chOff x="0" y="1525460"/>
              <a:chExt cx="12192000" cy="6350"/>
            </a:xfrm>
          </p:grpSpPr>
          <p:sp>
            <p:nvSpPr>
              <p:cNvPr id="168" name="Google Shape;168;p69"/>
              <p:cNvSpPr/>
              <p:nvPr/>
            </p:nvSpPr>
            <p:spPr>
              <a:xfrm>
                <a:off x="12169775" y="1525460"/>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9" name="Google Shape;169;p69"/>
              <p:cNvSpPr/>
              <p:nvPr/>
            </p:nvSpPr>
            <p:spPr>
              <a:xfrm>
                <a:off x="44450" y="1525460"/>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70" name="Google Shape;170;p69"/>
              <p:cNvSpPr/>
              <p:nvPr/>
            </p:nvSpPr>
            <p:spPr>
              <a:xfrm>
                <a:off x="0" y="1525460"/>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171" name="Google Shape;171;p69"/>
            <p:cNvGrpSpPr/>
            <p:nvPr/>
          </p:nvGrpSpPr>
          <p:grpSpPr>
            <a:xfrm>
              <a:off x="0" y="762762"/>
              <a:ext cx="12192000" cy="6350"/>
              <a:chOff x="0" y="762762"/>
              <a:chExt cx="12192000" cy="6350"/>
            </a:xfrm>
          </p:grpSpPr>
          <p:sp>
            <p:nvSpPr>
              <p:cNvPr id="172" name="Google Shape;172;p69"/>
              <p:cNvSpPr/>
              <p:nvPr/>
            </p:nvSpPr>
            <p:spPr>
              <a:xfrm>
                <a:off x="12169775" y="762762"/>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73" name="Google Shape;173;p69"/>
              <p:cNvSpPr/>
              <p:nvPr/>
            </p:nvSpPr>
            <p:spPr>
              <a:xfrm>
                <a:off x="44450" y="762762"/>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74" name="Google Shape;174;p69"/>
              <p:cNvSpPr/>
              <p:nvPr/>
            </p:nvSpPr>
            <p:spPr>
              <a:xfrm>
                <a:off x="0" y="762762"/>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sp>
        <p:nvSpPr>
          <p:cNvPr id="175" name="Google Shape;175;p69"/>
          <p:cNvSpPr/>
          <p:nvPr/>
        </p:nvSpPr>
        <p:spPr>
          <a:xfrm>
            <a:off x="535200" y="578100"/>
            <a:ext cx="8073600" cy="3987300"/>
          </a:xfrm>
          <a:prstGeom prst="rect">
            <a:avLst/>
          </a:prstGeom>
          <a:solidFill>
            <a:schemeClr val="lt1"/>
          </a:solidFill>
          <a:ln>
            <a:noFill/>
          </a:ln>
          <a:effectLst>
            <a:outerShdw blurRad="285750" dist="19050" dir="5400000" algn="bl" rotWithShape="0">
              <a:schemeClr val="dk1">
                <a:alpha val="49411"/>
              </a:scheme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sp>
        <p:nvSpPr>
          <p:cNvPr id="176" name="Google Shape;176;p69"/>
          <p:cNvSpPr txBox="1">
            <a:spLocks noGrp="1"/>
          </p:cNvSpPr>
          <p:nvPr>
            <p:ph type="title"/>
          </p:nvPr>
        </p:nvSpPr>
        <p:spPr>
          <a:xfrm>
            <a:off x="720000" y="539500"/>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a:endParaRPr/>
          </a:p>
        </p:txBody>
      </p:sp>
      <p:sp>
        <p:nvSpPr>
          <p:cNvPr id="177" name="Google Shape;177;p69"/>
          <p:cNvSpPr txBox="1">
            <a:spLocks noGrp="1"/>
          </p:cNvSpPr>
          <p:nvPr>
            <p:ph type="subTitle" idx="1"/>
          </p:nvPr>
        </p:nvSpPr>
        <p:spPr>
          <a:xfrm>
            <a:off x="720000" y="2106718"/>
            <a:ext cx="2305500" cy="572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78" name="Google Shape;178;p69"/>
          <p:cNvSpPr txBox="1">
            <a:spLocks noGrp="1"/>
          </p:cNvSpPr>
          <p:nvPr>
            <p:ph type="subTitle" idx="2"/>
          </p:nvPr>
        </p:nvSpPr>
        <p:spPr>
          <a:xfrm>
            <a:off x="3419271" y="2106718"/>
            <a:ext cx="2305500" cy="572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79" name="Google Shape;179;p69"/>
          <p:cNvSpPr txBox="1">
            <a:spLocks noGrp="1"/>
          </p:cNvSpPr>
          <p:nvPr>
            <p:ph type="subTitle" idx="3"/>
          </p:nvPr>
        </p:nvSpPr>
        <p:spPr>
          <a:xfrm>
            <a:off x="720000" y="3759151"/>
            <a:ext cx="2305500" cy="572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80" name="Google Shape;180;p69"/>
          <p:cNvSpPr txBox="1">
            <a:spLocks noGrp="1"/>
          </p:cNvSpPr>
          <p:nvPr>
            <p:ph type="subTitle" idx="4"/>
          </p:nvPr>
        </p:nvSpPr>
        <p:spPr>
          <a:xfrm>
            <a:off x="3419271" y="3759151"/>
            <a:ext cx="2305500" cy="572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81" name="Google Shape;181;p69"/>
          <p:cNvSpPr txBox="1">
            <a:spLocks noGrp="1"/>
          </p:cNvSpPr>
          <p:nvPr>
            <p:ph type="subTitle" idx="5"/>
          </p:nvPr>
        </p:nvSpPr>
        <p:spPr>
          <a:xfrm>
            <a:off x="6118549" y="2106718"/>
            <a:ext cx="2305500" cy="572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82" name="Google Shape;182;p69"/>
          <p:cNvSpPr txBox="1">
            <a:spLocks noGrp="1"/>
          </p:cNvSpPr>
          <p:nvPr>
            <p:ph type="subTitle" idx="6"/>
          </p:nvPr>
        </p:nvSpPr>
        <p:spPr>
          <a:xfrm>
            <a:off x="6118549" y="3759151"/>
            <a:ext cx="2305500" cy="572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83" name="Google Shape;183;p69"/>
          <p:cNvSpPr txBox="1">
            <a:spLocks noGrp="1"/>
          </p:cNvSpPr>
          <p:nvPr>
            <p:ph type="title" idx="7"/>
          </p:nvPr>
        </p:nvSpPr>
        <p:spPr>
          <a:xfrm>
            <a:off x="720000" y="1332020"/>
            <a:ext cx="734700" cy="4476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lvl1pPr lvl="0" algn="ctr">
              <a:lnSpc>
                <a:spcPct val="100000"/>
              </a:lnSpc>
              <a:spcBef>
                <a:spcPts val="0"/>
              </a:spcBef>
              <a:spcAft>
                <a:spcPts val="0"/>
              </a:spcAft>
              <a:buSzPts val="3000"/>
              <a:buNone/>
              <a:defRPr sz="3000">
                <a:solidFill>
                  <a:schemeClr val="accen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184" name="Google Shape;184;p69"/>
          <p:cNvSpPr txBox="1">
            <a:spLocks noGrp="1"/>
          </p:cNvSpPr>
          <p:nvPr>
            <p:ph type="title" idx="8"/>
          </p:nvPr>
        </p:nvSpPr>
        <p:spPr>
          <a:xfrm>
            <a:off x="720000" y="2988416"/>
            <a:ext cx="734700" cy="4476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lvl1pPr lvl="0" algn="ctr">
              <a:lnSpc>
                <a:spcPct val="100000"/>
              </a:lnSpc>
              <a:spcBef>
                <a:spcPts val="0"/>
              </a:spcBef>
              <a:spcAft>
                <a:spcPts val="0"/>
              </a:spcAft>
              <a:buSzPts val="3000"/>
              <a:buNone/>
              <a:defRPr sz="3000">
                <a:solidFill>
                  <a:schemeClr val="accen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185" name="Google Shape;185;p69"/>
          <p:cNvSpPr txBox="1">
            <a:spLocks noGrp="1"/>
          </p:cNvSpPr>
          <p:nvPr>
            <p:ph type="title" idx="9"/>
          </p:nvPr>
        </p:nvSpPr>
        <p:spPr>
          <a:xfrm>
            <a:off x="3419271" y="1332020"/>
            <a:ext cx="734700" cy="4476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lvl1pPr lvl="0" algn="ctr">
              <a:lnSpc>
                <a:spcPct val="100000"/>
              </a:lnSpc>
              <a:spcBef>
                <a:spcPts val="0"/>
              </a:spcBef>
              <a:spcAft>
                <a:spcPts val="0"/>
              </a:spcAft>
              <a:buSzPts val="3000"/>
              <a:buNone/>
              <a:defRPr sz="3000">
                <a:solidFill>
                  <a:schemeClr val="accen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186" name="Google Shape;186;p69"/>
          <p:cNvSpPr txBox="1">
            <a:spLocks noGrp="1"/>
          </p:cNvSpPr>
          <p:nvPr>
            <p:ph type="title" idx="13"/>
          </p:nvPr>
        </p:nvSpPr>
        <p:spPr>
          <a:xfrm>
            <a:off x="3419271" y="2988416"/>
            <a:ext cx="734700" cy="4476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lvl1pPr lvl="0" algn="ctr">
              <a:lnSpc>
                <a:spcPct val="100000"/>
              </a:lnSpc>
              <a:spcBef>
                <a:spcPts val="0"/>
              </a:spcBef>
              <a:spcAft>
                <a:spcPts val="0"/>
              </a:spcAft>
              <a:buSzPts val="3000"/>
              <a:buNone/>
              <a:defRPr sz="3000">
                <a:solidFill>
                  <a:schemeClr val="accen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187" name="Google Shape;187;p69"/>
          <p:cNvSpPr txBox="1">
            <a:spLocks noGrp="1"/>
          </p:cNvSpPr>
          <p:nvPr>
            <p:ph type="title" idx="14"/>
          </p:nvPr>
        </p:nvSpPr>
        <p:spPr>
          <a:xfrm>
            <a:off x="6118549" y="1332020"/>
            <a:ext cx="734700" cy="4476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lvl1pPr lvl="0" algn="ctr">
              <a:lnSpc>
                <a:spcPct val="100000"/>
              </a:lnSpc>
              <a:spcBef>
                <a:spcPts val="0"/>
              </a:spcBef>
              <a:spcAft>
                <a:spcPts val="0"/>
              </a:spcAft>
              <a:buSzPts val="3000"/>
              <a:buNone/>
              <a:defRPr sz="3000">
                <a:solidFill>
                  <a:schemeClr val="accen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188" name="Google Shape;188;p69"/>
          <p:cNvSpPr txBox="1">
            <a:spLocks noGrp="1"/>
          </p:cNvSpPr>
          <p:nvPr>
            <p:ph type="title" idx="15"/>
          </p:nvPr>
        </p:nvSpPr>
        <p:spPr>
          <a:xfrm>
            <a:off x="6118549" y="2988416"/>
            <a:ext cx="734700" cy="4476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lvl1pPr lvl="0" algn="ctr">
              <a:lnSpc>
                <a:spcPct val="100000"/>
              </a:lnSpc>
              <a:spcBef>
                <a:spcPts val="0"/>
              </a:spcBef>
              <a:spcAft>
                <a:spcPts val="0"/>
              </a:spcAft>
              <a:buSzPts val="3000"/>
              <a:buNone/>
              <a:defRPr sz="3000">
                <a:solidFill>
                  <a:schemeClr val="accen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189" name="Google Shape;189;p69"/>
          <p:cNvSpPr txBox="1">
            <a:spLocks noGrp="1"/>
          </p:cNvSpPr>
          <p:nvPr>
            <p:ph type="subTitle" idx="16"/>
          </p:nvPr>
        </p:nvSpPr>
        <p:spPr>
          <a:xfrm>
            <a:off x="720000" y="1779637"/>
            <a:ext cx="2305500" cy="4848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DM Sans"/>
              <a:buNone/>
              <a:defRPr sz="2000" b="1">
                <a:latin typeface="Montserrat"/>
                <a:ea typeface="Montserrat"/>
                <a:cs typeface="Montserrat"/>
                <a:sym typeface="Montserrat"/>
              </a:defRPr>
            </a:lvl1pPr>
            <a:lvl2pPr lvl="1" algn="l">
              <a:lnSpc>
                <a:spcPct val="100000"/>
              </a:lnSpc>
              <a:spcBef>
                <a:spcPts val="0"/>
              </a:spcBef>
              <a:spcAft>
                <a:spcPts val="0"/>
              </a:spcAft>
              <a:buSzPts val="2400"/>
              <a:buFont typeface="DM Sans"/>
              <a:buNone/>
              <a:defRPr sz="2400" b="1">
                <a:latin typeface="DM Sans"/>
                <a:ea typeface="DM Sans"/>
                <a:cs typeface="DM Sans"/>
                <a:sym typeface="DM Sans"/>
              </a:defRPr>
            </a:lvl2pPr>
            <a:lvl3pPr lvl="2" algn="l">
              <a:lnSpc>
                <a:spcPct val="100000"/>
              </a:lnSpc>
              <a:spcBef>
                <a:spcPts val="0"/>
              </a:spcBef>
              <a:spcAft>
                <a:spcPts val="0"/>
              </a:spcAft>
              <a:buSzPts val="2400"/>
              <a:buFont typeface="DM Sans"/>
              <a:buNone/>
              <a:defRPr sz="2400" b="1">
                <a:latin typeface="DM Sans"/>
                <a:ea typeface="DM Sans"/>
                <a:cs typeface="DM Sans"/>
                <a:sym typeface="DM Sans"/>
              </a:defRPr>
            </a:lvl3pPr>
            <a:lvl4pPr lvl="3" algn="l">
              <a:lnSpc>
                <a:spcPct val="100000"/>
              </a:lnSpc>
              <a:spcBef>
                <a:spcPts val="0"/>
              </a:spcBef>
              <a:spcAft>
                <a:spcPts val="0"/>
              </a:spcAft>
              <a:buSzPts val="2400"/>
              <a:buFont typeface="DM Sans"/>
              <a:buNone/>
              <a:defRPr sz="2400" b="1">
                <a:latin typeface="DM Sans"/>
                <a:ea typeface="DM Sans"/>
                <a:cs typeface="DM Sans"/>
                <a:sym typeface="DM Sans"/>
              </a:defRPr>
            </a:lvl4pPr>
            <a:lvl5pPr lvl="4" algn="l">
              <a:lnSpc>
                <a:spcPct val="100000"/>
              </a:lnSpc>
              <a:spcBef>
                <a:spcPts val="0"/>
              </a:spcBef>
              <a:spcAft>
                <a:spcPts val="0"/>
              </a:spcAft>
              <a:buSzPts val="2400"/>
              <a:buFont typeface="DM Sans"/>
              <a:buNone/>
              <a:defRPr sz="2400" b="1">
                <a:latin typeface="DM Sans"/>
                <a:ea typeface="DM Sans"/>
                <a:cs typeface="DM Sans"/>
                <a:sym typeface="DM Sans"/>
              </a:defRPr>
            </a:lvl5pPr>
            <a:lvl6pPr lvl="5" algn="l">
              <a:lnSpc>
                <a:spcPct val="100000"/>
              </a:lnSpc>
              <a:spcBef>
                <a:spcPts val="0"/>
              </a:spcBef>
              <a:spcAft>
                <a:spcPts val="0"/>
              </a:spcAft>
              <a:buSzPts val="2400"/>
              <a:buFont typeface="DM Sans"/>
              <a:buNone/>
              <a:defRPr sz="2400" b="1">
                <a:latin typeface="DM Sans"/>
                <a:ea typeface="DM Sans"/>
                <a:cs typeface="DM Sans"/>
                <a:sym typeface="DM Sans"/>
              </a:defRPr>
            </a:lvl6pPr>
            <a:lvl7pPr lvl="6" algn="l">
              <a:lnSpc>
                <a:spcPct val="100000"/>
              </a:lnSpc>
              <a:spcBef>
                <a:spcPts val="0"/>
              </a:spcBef>
              <a:spcAft>
                <a:spcPts val="0"/>
              </a:spcAft>
              <a:buSzPts val="2400"/>
              <a:buFont typeface="DM Sans"/>
              <a:buNone/>
              <a:defRPr sz="2400" b="1">
                <a:latin typeface="DM Sans"/>
                <a:ea typeface="DM Sans"/>
                <a:cs typeface="DM Sans"/>
                <a:sym typeface="DM Sans"/>
              </a:defRPr>
            </a:lvl7pPr>
            <a:lvl8pPr lvl="7" algn="l">
              <a:lnSpc>
                <a:spcPct val="100000"/>
              </a:lnSpc>
              <a:spcBef>
                <a:spcPts val="0"/>
              </a:spcBef>
              <a:spcAft>
                <a:spcPts val="0"/>
              </a:spcAft>
              <a:buSzPts val="2400"/>
              <a:buFont typeface="DM Sans"/>
              <a:buNone/>
              <a:defRPr sz="2400" b="1">
                <a:latin typeface="DM Sans"/>
                <a:ea typeface="DM Sans"/>
                <a:cs typeface="DM Sans"/>
                <a:sym typeface="DM Sans"/>
              </a:defRPr>
            </a:lvl8pPr>
            <a:lvl9pPr lvl="8" algn="l">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190" name="Google Shape;190;p69"/>
          <p:cNvSpPr txBox="1">
            <a:spLocks noGrp="1"/>
          </p:cNvSpPr>
          <p:nvPr>
            <p:ph type="subTitle" idx="17"/>
          </p:nvPr>
        </p:nvSpPr>
        <p:spPr>
          <a:xfrm>
            <a:off x="3419271" y="1779637"/>
            <a:ext cx="2305500" cy="4848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DM Sans"/>
              <a:buNone/>
              <a:defRPr sz="2000" b="1">
                <a:latin typeface="Montserrat"/>
                <a:ea typeface="Montserrat"/>
                <a:cs typeface="Montserrat"/>
                <a:sym typeface="Montserrat"/>
              </a:defRPr>
            </a:lvl1pPr>
            <a:lvl2pPr lvl="1" algn="l">
              <a:lnSpc>
                <a:spcPct val="100000"/>
              </a:lnSpc>
              <a:spcBef>
                <a:spcPts val="0"/>
              </a:spcBef>
              <a:spcAft>
                <a:spcPts val="0"/>
              </a:spcAft>
              <a:buSzPts val="2400"/>
              <a:buFont typeface="DM Sans"/>
              <a:buNone/>
              <a:defRPr sz="2400" b="1">
                <a:latin typeface="DM Sans"/>
                <a:ea typeface="DM Sans"/>
                <a:cs typeface="DM Sans"/>
                <a:sym typeface="DM Sans"/>
              </a:defRPr>
            </a:lvl2pPr>
            <a:lvl3pPr lvl="2" algn="l">
              <a:lnSpc>
                <a:spcPct val="100000"/>
              </a:lnSpc>
              <a:spcBef>
                <a:spcPts val="0"/>
              </a:spcBef>
              <a:spcAft>
                <a:spcPts val="0"/>
              </a:spcAft>
              <a:buSzPts val="2400"/>
              <a:buFont typeface="DM Sans"/>
              <a:buNone/>
              <a:defRPr sz="2400" b="1">
                <a:latin typeface="DM Sans"/>
                <a:ea typeface="DM Sans"/>
                <a:cs typeface="DM Sans"/>
                <a:sym typeface="DM Sans"/>
              </a:defRPr>
            </a:lvl3pPr>
            <a:lvl4pPr lvl="3" algn="l">
              <a:lnSpc>
                <a:spcPct val="100000"/>
              </a:lnSpc>
              <a:spcBef>
                <a:spcPts val="0"/>
              </a:spcBef>
              <a:spcAft>
                <a:spcPts val="0"/>
              </a:spcAft>
              <a:buSzPts val="2400"/>
              <a:buFont typeface="DM Sans"/>
              <a:buNone/>
              <a:defRPr sz="2400" b="1">
                <a:latin typeface="DM Sans"/>
                <a:ea typeface="DM Sans"/>
                <a:cs typeface="DM Sans"/>
                <a:sym typeface="DM Sans"/>
              </a:defRPr>
            </a:lvl4pPr>
            <a:lvl5pPr lvl="4" algn="l">
              <a:lnSpc>
                <a:spcPct val="100000"/>
              </a:lnSpc>
              <a:spcBef>
                <a:spcPts val="0"/>
              </a:spcBef>
              <a:spcAft>
                <a:spcPts val="0"/>
              </a:spcAft>
              <a:buSzPts val="2400"/>
              <a:buFont typeface="DM Sans"/>
              <a:buNone/>
              <a:defRPr sz="2400" b="1">
                <a:latin typeface="DM Sans"/>
                <a:ea typeface="DM Sans"/>
                <a:cs typeface="DM Sans"/>
                <a:sym typeface="DM Sans"/>
              </a:defRPr>
            </a:lvl5pPr>
            <a:lvl6pPr lvl="5" algn="l">
              <a:lnSpc>
                <a:spcPct val="100000"/>
              </a:lnSpc>
              <a:spcBef>
                <a:spcPts val="0"/>
              </a:spcBef>
              <a:spcAft>
                <a:spcPts val="0"/>
              </a:spcAft>
              <a:buSzPts val="2400"/>
              <a:buFont typeface="DM Sans"/>
              <a:buNone/>
              <a:defRPr sz="2400" b="1">
                <a:latin typeface="DM Sans"/>
                <a:ea typeface="DM Sans"/>
                <a:cs typeface="DM Sans"/>
                <a:sym typeface="DM Sans"/>
              </a:defRPr>
            </a:lvl6pPr>
            <a:lvl7pPr lvl="6" algn="l">
              <a:lnSpc>
                <a:spcPct val="100000"/>
              </a:lnSpc>
              <a:spcBef>
                <a:spcPts val="0"/>
              </a:spcBef>
              <a:spcAft>
                <a:spcPts val="0"/>
              </a:spcAft>
              <a:buSzPts val="2400"/>
              <a:buFont typeface="DM Sans"/>
              <a:buNone/>
              <a:defRPr sz="2400" b="1">
                <a:latin typeface="DM Sans"/>
                <a:ea typeface="DM Sans"/>
                <a:cs typeface="DM Sans"/>
                <a:sym typeface="DM Sans"/>
              </a:defRPr>
            </a:lvl7pPr>
            <a:lvl8pPr lvl="7" algn="l">
              <a:lnSpc>
                <a:spcPct val="100000"/>
              </a:lnSpc>
              <a:spcBef>
                <a:spcPts val="0"/>
              </a:spcBef>
              <a:spcAft>
                <a:spcPts val="0"/>
              </a:spcAft>
              <a:buSzPts val="2400"/>
              <a:buFont typeface="DM Sans"/>
              <a:buNone/>
              <a:defRPr sz="2400" b="1">
                <a:latin typeface="DM Sans"/>
                <a:ea typeface="DM Sans"/>
                <a:cs typeface="DM Sans"/>
                <a:sym typeface="DM Sans"/>
              </a:defRPr>
            </a:lvl8pPr>
            <a:lvl9pPr lvl="8" algn="l">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191" name="Google Shape;191;p69"/>
          <p:cNvSpPr txBox="1">
            <a:spLocks noGrp="1"/>
          </p:cNvSpPr>
          <p:nvPr>
            <p:ph type="subTitle" idx="18"/>
          </p:nvPr>
        </p:nvSpPr>
        <p:spPr>
          <a:xfrm>
            <a:off x="6118549" y="1779637"/>
            <a:ext cx="2305500" cy="4848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DM Sans"/>
              <a:buNone/>
              <a:defRPr sz="2000" b="1">
                <a:latin typeface="Montserrat"/>
                <a:ea typeface="Montserrat"/>
                <a:cs typeface="Montserrat"/>
                <a:sym typeface="Montserrat"/>
              </a:defRPr>
            </a:lvl1pPr>
            <a:lvl2pPr lvl="1" algn="l">
              <a:lnSpc>
                <a:spcPct val="100000"/>
              </a:lnSpc>
              <a:spcBef>
                <a:spcPts val="0"/>
              </a:spcBef>
              <a:spcAft>
                <a:spcPts val="0"/>
              </a:spcAft>
              <a:buSzPts val="2400"/>
              <a:buFont typeface="DM Sans"/>
              <a:buNone/>
              <a:defRPr sz="2400" b="1">
                <a:latin typeface="DM Sans"/>
                <a:ea typeface="DM Sans"/>
                <a:cs typeface="DM Sans"/>
                <a:sym typeface="DM Sans"/>
              </a:defRPr>
            </a:lvl2pPr>
            <a:lvl3pPr lvl="2" algn="l">
              <a:lnSpc>
                <a:spcPct val="100000"/>
              </a:lnSpc>
              <a:spcBef>
                <a:spcPts val="0"/>
              </a:spcBef>
              <a:spcAft>
                <a:spcPts val="0"/>
              </a:spcAft>
              <a:buSzPts val="2400"/>
              <a:buFont typeface="DM Sans"/>
              <a:buNone/>
              <a:defRPr sz="2400" b="1">
                <a:latin typeface="DM Sans"/>
                <a:ea typeface="DM Sans"/>
                <a:cs typeface="DM Sans"/>
                <a:sym typeface="DM Sans"/>
              </a:defRPr>
            </a:lvl3pPr>
            <a:lvl4pPr lvl="3" algn="l">
              <a:lnSpc>
                <a:spcPct val="100000"/>
              </a:lnSpc>
              <a:spcBef>
                <a:spcPts val="0"/>
              </a:spcBef>
              <a:spcAft>
                <a:spcPts val="0"/>
              </a:spcAft>
              <a:buSzPts val="2400"/>
              <a:buFont typeface="DM Sans"/>
              <a:buNone/>
              <a:defRPr sz="2400" b="1">
                <a:latin typeface="DM Sans"/>
                <a:ea typeface="DM Sans"/>
                <a:cs typeface="DM Sans"/>
                <a:sym typeface="DM Sans"/>
              </a:defRPr>
            </a:lvl4pPr>
            <a:lvl5pPr lvl="4" algn="l">
              <a:lnSpc>
                <a:spcPct val="100000"/>
              </a:lnSpc>
              <a:spcBef>
                <a:spcPts val="0"/>
              </a:spcBef>
              <a:spcAft>
                <a:spcPts val="0"/>
              </a:spcAft>
              <a:buSzPts val="2400"/>
              <a:buFont typeface="DM Sans"/>
              <a:buNone/>
              <a:defRPr sz="2400" b="1">
                <a:latin typeface="DM Sans"/>
                <a:ea typeface="DM Sans"/>
                <a:cs typeface="DM Sans"/>
                <a:sym typeface="DM Sans"/>
              </a:defRPr>
            </a:lvl5pPr>
            <a:lvl6pPr lvl="5" algn="l">
              <a:lnSpc>
                <a:spcPct val="100000"/>
              </a:lnSpc>
              <a:spcBef>
                <a:spcPts val="0"/>
              </a:spcBef>
              <a:spcAft>
                <a:spcPts val="0"/>
              </a:spcAft>
              <a:buSzPts val="2400"/>
              <a:buFont typeface="DM Sans"/>
              <a:buNone/>
              <a:defRPr sz="2400" b="1">
                <a:latin typeface="DM Sans"/>
                <a:ea typeface="DM Sans"/>
                <a:cs typeface="DM Sans"/>
                <a:sym typeface="DM Sans"/>
              </a:defRPr>
            </a:lvl6pPr>
            <a:lvl7pPr lvl="6" algn="l">
              <a:lnSpc>
                <a:spcPct val="100000"/>
              </a:lnSpc>
              <a:spcBef>
                <a:spcPts val="0"/>
              </a:spcBef>
              <a:spcAft>
                <a:spcPts val="0"/>
              </a:spcAft>
              <a:buSzPts val="2400"/>
              <a:buFont typeface="DM Sans"/>
              <a:buNone/>
              <a:defRPr sz="2400" b="1">
                <a:latin typeface="DM Sans"/>
                <a:ea typeface="DM Sans"/>
                <a:cs typeface="DM Sans"/>
                <a:sym typeface="DM Sans"/>
              </a:defRPr>
            </a:lvl7pPr>
            <a:lvl8pPr lvl="7" algn="l">
              <a:lnSpc>
                <a:spcPct val="100000"/>
              </a:lnSpc>
              <a:spcBef>
                <a:spcPts val="0"/>
              </a:spcBef>
              <a:spcAft>
                <a:spcPts val="0"/>
              </a:spcAft>
              <a:buSzPts val="2400"/>
              <a:buFont typeface="DM Sans"/>
              <a:buNone/>
              <a:defRPr sz="2400" b="1">
                <a:latin typeface="DM Sans"/>
                <a:ea typeface="DM Sans"/>
                <a:cs typeface="DM Sans"/>
                <a:sym typeface="DM Sans"/>
              </a:defRPr>
            </a:lvl8pPr>
            <a:lvl9pPr lvl="8" algn="l">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192" name="Google Shape;192;p69"/>
          <p:cNvSpPr txBox="1">
            <a:spLocks noGrp="1"/>
          </p:cNvSpPr>
          <p:nvPr>
            <p:ph type="subTitle" idx="19"/>
          </p:nvPr>
        </p:nvSpPr>
        <p:spPr>
          <a:xfrm>
            <a:off x="720000" y="3436025"/>
            <a:ext cx="2305500" cy="4848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DM Sans"/>
              <a:buNone/>
              <a:defRPr sz="2000" b="1">
                <a:latin typeface="Montserrat"/>
                <a:ea typeface="Montserrat"/>
                <a:cs typeface="Montserrat"/>
                <a:sym typeface="Montserrat"/>
              </a:defRPr>
            </a:lvl1pPr>
            <a:lvl2pPr lvl="1" algn="l">
              <a:lnSpc>
                <a:spcPct val="100000"/>
              </a:lnSpc>
              <a:spcBef>
                <a:spcPts val="0"/>
              </a:spcBef>
              <a:spcAft>
                <a:spcPts val="0"/>
              </a:spcAft>
              <a:buSzPts val="2400"/>
              <a:buFont typeface="DM Sans"/>
              <a:buNone/>
              <a:defRPr sz="2400" b="1">
                <a:latin typeface="DM Sans"/>
                <a:ea typeface="DM Sans"/>
                <a:cs typeface="DM Sans"/>
                <a:sym typeface="DM Sans"/>
              </a:defRPr>
            </a:lvl2pPr>
            <a:lvl3pPr lvl="2" algn="l">
              <a:lnSpc>
                <a:spcPct val="100000"/>
              </a:lnSpc>
              <a:spcBef>
                <a:spcPts val="0"/>
              </a:spcBef>
              <a:spcAft>
                <a:spcPts val="0"/>
              </a:spcAft>
              <a:buSzPts val="2400"/>
              <a:buFont typeface="DM Sans"/>
              <a:buNone/>
              <a:defRPr sz="2400" b="1">
                <a:latin typeface="DM Sans"/>
                <a:ea typeface="DM Sans"/>
                <a:cs typeface="DM Sans"/>
                <a:sym typeface="DM Sans"/>
              </a:defRPr>
            </a:lvl3pPr>
            <a:lvl4pPr lvl="3" algn="l">
              <a:lnSpc>
                <a:spcPct val="100000"/>
              </a:lnSpc>
              <a:spcBef>
                <a:spcPts val="0"/>
              </a:spcBef>
              <a:spcAft>
                <a:spcPts val="0"/>
              </a:spcAft>
              <a:buSzPts val="2400"/>
              <a:buFont typeface="DM Sans"/>
              <a:buNone/>
              <a:defRPr sz="2400" b="1">
                <a:latin typeface="DM Sans"/>
                <a:ea typeface="DM Sans"/>
                <a:cs typeface="DM Sans"/>
                <a:sym typeface="DM Sans"/>
              </a:defRPr>
            </a:lvl4pPr>
            <a:lvl5pPr lvl="4" algn="l">
              <a:lnSpc>
                <a:spcPct val="100000"/>
              </a:lnSpc>
              <a:spcBef>
                <a:spcPts val="0"/>
              </a:spcBef>
              <a:spcAft>
                <a:spcPts val="0"/>
              </a:spcAft>
              <a:buSzPts val="2400"/>
              <a:buFont typeface="DM Sans"/>
              <a:buNone/>
              <a:defRPr sz="2400" b="1">
                <a:latin typeface="DM Sans"/>
                <a:ea typeface="DM Sans"/>
                <a:cs typeface="DM Sans"/>
                <a:sym typeface="DM Sans"/>
              </a:defRPr>
            </a:lvl5pPr>
            <a:lvl6pPr lvl="5" algn="l">
              <a:lnSpc>
                <a:spcPct val="100000"/>
              </a:lnSpc>
              <a:spcBef>
                <a:spcPts val="0"/>
              </a:spcBef>
              <a:spcAft>
                <a:spcPts val="0"/>
              </a:spcAft>
              <a:buSzPts val="2400"/>
              <a:buFont typeface="DM Sans"/>
              <a:buNone/>
              <a:defRPr sz="2400" b="1">
                <a:latin typeface="DM Sans"/>
                <a:ea typeface="DM Sans"/>
                <a:cs typeface="DM Sans"/>
                <a:sym typeface="DM Sans"/>
              </a:defRPr>
            </a:lvl6pPr>
            <a:lvl7pPr lvl="6" algn="l">
              <a:lnSpc>
                <a:spcPct val="100000"/>
              </a:lnSpc>
              <a:spcBef>
                <a:spcPts val="0"/>
              </a:spcBef>
              <a:spcAft>
                <a:spcPts val="0"/>
              </a:spcAft>
              <a:buSzPts val="2400"/>
              <a:buFont typeface="DM Sans"/>
              <a:buNone/>
              <a:defRPr sz="2400" b="1">
                <a:latin typeface="DM Sans"/>
                <a:ea typeface="DM Sans"/>
                <a:cs typeface="DM Sans"/>
                <a:sym typeface="DM Sans"/>
              </a:defRPr>
            </a:lvl7pPr>
            <a:lvl8pPr lvl="7" algn="l">
              <a:lnSpc>
                <a:spcPct val="100000"/>
              </a:lnSpc>
              <a:spcBef>
                <a:spcPts val="0"/>
              </a:spcBef>
              <a:spcAft>
                <a:spcPts val="0"/>
              </a:spcAft>
              <a:buSzPts val="2400"/>
              <a:buFont typeface="DM Sans"/>
              <a:buNone/>
              <a:defRPr sz="2400" b="1">
                <a:latin typeface="DM Sans"/>
                <a:ea typeface="DM Sans"/>
                <a:cs typeface="DM Sans"/>
                <a:sym typeface="DM Sans"/>
              </a:defRPr>
            </a:lvl8pPr>
            <a:lvl9pPr lvl="8" algn="l">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193" name="Google Shape;193;p69"/>
          <p:cNvSpPr txBox="1">
            <a:spLocks noGrp="1"/>
          </p:cNvSpPr>
          <p:nvPr>
            <p:ph type="subTitle" idx="20"/>
          </p:nvPr>
        </p:nvSpPr>
        <p:spPr>
          <a:xfrm>
            <a:off x="3419271" y="3436025"/>
            <a:ext cx="2305500" cy="4848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DM Sans"/>
              <a:buNone/>
              <a:defRPr sz="2000" b="1">
                <a:latin typeface="Montserrat"/>
                <a:ea typeface="Montserrat"/>
                <a:cs typeface="Montserrat"/>
                <a:sym typeface="Montserrat"/>
              </a:defRPr>
            </a:lvl1pPr>
            <a:lvl2pPr lvl="1" algn="l">
              <a:lnSpc>
                <a:spcPct val="100000"/>
              </a:lnSpc>
              <a:spcBef>
                <a:spcPts val="0"/>
              </a:spcBef>
              <a:spcAft>
                <a:spcPts val="0"/>
              </a:spcAft>
              <a:buSzPts val="2400"/>
              <a:buFont typeface="DM Sans"/>
              <a:buNone/>
              <a:defRPr sz="2400" b="1">
                <a:latin typeface="DM Sans"/>
                <a:ea typeface="DM Sans"/>
                <a:cs typeface="DM Sans"/>
                <a:sym typeface="DM Sans"/>
              </a:defRPr>
            </a:lvl2pPr>
            <a:lvl3pPr lvl="2" algn="l">
              <a:lnSpc>
                <a:spcPct val="100000"/>
              </a:lnSpc>
              <a:spcBef>
                <a:spcPts val="0"/>
              </a:spcBef>
              <a:spcAft>
                <a:spcPts val="0"/>
              </a:spcAft>
              <a:buSzPts val="2400"/>
              <a:buFont typeface="DM Sans"/>
              <a:buNone/>
              <a:defRPr sz="2400" b="1">
                <a:latin typeface="DM Sans"/>
                <a:ea typeface="DM Sans"/>
                <a:cs typeface="DM Sans"/>
                <a:sym typeface="DM Sans"/>
              </a:defRPr>
            </a:lvl3pPr>
            <a:lvl4pPr lvl="3" algn="l">
              <a:lnSpc>
                <a:spcPct val="100000"/>
              </a:lnSpc>
              <a:spcBef>
                <a:spcPts val="0"/>
              </a:spcBef>
              <a:spcAft>
                <a:spcPts val="0"/>
              </a:spcAft>
              <a:buSzPts val="2400"/>
              <a:buFont typeface="DM Sans"/>
              <a:buNone/>
              <a:defRPr sz="2400" b="1">
                <a:latin typeface="DM Sans"/>
                <a:ea typeface="DM Sans"/>
                <a:cs typeface="DM Sans"/>
                <a:sym typeface="DM Sans"/>
              </a:defRPr>
            </a:lvl4pPr>
            <a:lvl5pPr lvl="4" algn="l">
              <a:lnSpc>
                <a:spcPct val="100000"/>
              </a:lnSpc>
              <a:spcBef>
                <a:spcPts val="0"/>
              </a:spcBef>
              <a:spcAft>
                <a:spcPts val="0"/>
              </a:spcAft>
              <a:buSzPts val="2400"/>
              <a:buFont typeface="DM Sans"/>
              <a:buNone/>
              <a:defRPr sz="2400" b="1">
                <a:latin typeface="DM Sans"/>
                <a:ea typeface="DM Sans"/>
                <a:cs typeface="DM Sans"/>
                <a:sym typeface="DM Sans"/>
              </a:defRPr>
            </a:lvl5pPr>
            <a:lvl6pPr lvl="5" algn="l">
              <a:lnSpc>
                <a:spcPct val="100000"/>
              </a:lnSpc>
              <a:spcBef>
                <a:spcPts val="0"/>
              </a:spcBef>
              <a:spcAft>
                <a:spcPts val="0"/>
              </a:spcAft>
              <a:buSzPts val="2400"/>
              <a:buFont typeface="DM Sans"/>
              <a:buNone/>
              <a:defRPr sz="2400" b="1">
                <a:latin typeface="DM Sans"/>
                <a:ea typeface="DM Sans"/>
                <a:cs typeface="DM Sans"/>
                <a:sym typeface="DM Sans"/>
              </a:defRPr>
            </a:lvl6pPr>
            <a:lvl7pPr lvl="6" algn="l">
              <a:lnSpc>
                <a:spcPct val="100000"/>
              </a:lnSpc>
              <a:spcBef>
                <a:spcPts val="0"/>
              </a:spcBef>
              <a:spcAft>
                <a:spcPts val="0"/>
              </a:spcAft>
              <a:buSzPts val="2400"/>
              <a:buFont typeface="DM Sans"/>
              <a:buNone/>
              <a:defRPr sz="2400" b="1">
                <a:latin typeface="DM Sans"/>
                <a:ea typeface="DM Sans"/>
                <a:cs typeface="DM Sans"/>
                <a:sym typeface="DM Sans"/>
              </a:defRPr>
            </a:lvl7pPr>
            <a:lvl8pPr lvl="7" algn="l">
              <a:lnSpc>
                <a:spcPct val="100000"/>
              </a:lnSpc>
              <a:spcBef>
                <a:spcPts val="0"/>
              </a:spcBef>
              <a:spcAft>
                <a:spcPts val="0"/>
              </a:spcAft>
              <a:buSzPts val="2400"/>
              <a:buFont typeface="DM Sans"/>
              <a:buNone/>
              <a:defRPr sz="2400" b="1">
                <a:latin typeface="DM Sans"/>
                <a:ea typeface="DM Sans"/>
                <a:cs typeface="DM Sans"/>
                <a:sym typeface="DM Sans"/>
              </a:defRPr>
            </a:lvl8pPr>
            <a:lvl9pPr lvl="8" algn="l">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194" name="Google Shape;194;p69"/>
          <p:cNvSpPr txBox="1">
            <a:spLocks noGrp="1"/>
          </p:cNvSpPr>
          <p:nvPr>
            <p:ph type="subTitle" idx="21"/>
          </p:nvPr>
        </p:nvSpPr>
        <p:spPr>
          <a:xfrm>
            <a:off x="6118549" y="3436025"/>
            <a:ext cx="2305500" cy="4848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DM Sans"/>
              <a:buNone/>
              <a:defRPr sz="2000" b="1">
                <a:latin typeface="Montserrat"/>
                <a:ea typeface="Montserrat"/>
                <a:cs typeface="Montserrat"/>
                <a:sym typeface="Montserrat"/>
              </a:defRPr>
            </a:lvl1pPr>
            <a:lvl2pPr lvl="1" algn="l">
              <a:lnSpc>
                <a:spcPct val="100000"/>
              </a:lnSpc>
              <a:spcBef>
                <a:spcPts val="0"/>
              </a:spcBef>
              <a:spcAft>
                <a:spcPts val="0"/>
              </a:spcAft>
              <a:buSzPts val="2400"/>
              <a:buFont typeface="DM Sans"/>
              <a:buNone/>
              <a:defRPr sz="2400" b="1">
                <a:latin typeface="DM Sans"/>
                <a:ea typeface="DM Sans"/>
                <a:cs typeface="DM Sans"/>
                <a:sym typeface="DM Sans"/>
              </a:defRPr>
            </a:lvl2pPr>
            <a:lvl3pPr lvl="2" algn="l">
              <a:lnSpc>
                <a:spcPct val="100000"/>
              </a:lnSpc>
              <a:spcBef>
                <a:spcPts val="0"/>
              </a:spcBef>
              <a:spcAft>
                <a:spcPts val="0"/>
              </a:spcAft>
              <a:buSzPts val="2400"/>
              <a:buFont typeface="DM Sans"/>
              <a:buNone/>
              <a:defRPr sz="2400" b="1">
                <a:latin typeface="DM Sans"/>
                <a:ea typeface="DM Sans"/>
                <a:cs typeface="DM Sans"/>
                <a:sym typeface="DM Sans"/>
              </a:defRPr>
            </a:lvl3pPr>
            <a:lvl4pPr lvl="3" algn="l">
              <a:lnSpc>
                <a:spcPct val="100000"/>
              </a:lnSpc>
              <a:spcBef>
                <a:spcPts val="0"/>
              </a:spcBef>
              <a:spcAft>
                <a:spcPts val="0"/>
              </a:spcAft>
              <a:buSzPts val="2400"/>
              <a:buFont typeface="DM Sans"/>
              <a:buNone/>
              <a:defRPr sz="2400" b="1">
                <a:latin typeface="DM Sans"/>
                <a:ea typeface="DM Sans"/>
                <a:cs typeface="DM Sans"/>
                <a:sym typeface="DM Sans"/>
              </a:defRPr>
            </a:lvl4pPr>
            <a:lvl5pPr lvl="4" algn="l">
              <a:lnSpc>
                <a:spcPct val="100000"/>
              </a:lnSpc>
              <a:spcBef>
                <a:spcPts val="0"/>
              </a:spcBef>
              <a:spcAft>
                <a:spcPts val="0"/>
              </a:spcAft>
              <a:buSzPts val="2400"/>
              <a:buFont typeface="DM Sans"/>
              <a:buNone/>
              <a:defRPr sz="2400" b="1">
                <a:latin typeface="DM Sans"/>
                <a:ea typeface="DM Sans"/>
                <a:cs typeface="DM Sans"/>
                <a:sym typeface="DM Sans"/>
              </a:defRPr>
            </a:lvl5pPr>
            <a:lvl6pPr lvl="5" algn="l">
              <a:lnSpc>
                <a:spcPct val="100000"/>
              </a:lnSpc>
              <a:spcBef>
                <a:spcPts val="0"/>
              </a:spcBef>
              <a:spcAft>
                <a:spcPts val="0"/>
              </a:spcAft>
              <a:buSzPts val="2400"/>
              <a:buFont typeface="DM Sans"/>
              <a:buNone/>
              <a:defRPr sz="2400" b="1">
                <a:latin typeface="DM Sans"/>
                <a:ea typeface="DM Sans"/>
                <a:cs typeface="DM Sans"/>
                <a:sym typeface="DM Sans"/>
              </a:defRPr>
            </a:lvl6pPr>
            <a:lvl7pPr lvl="6" algn="l">
              <a:lnSpc>
                <a:spcPct val="100000"/>
              </a:lnSpc>
              <a:spcBef>
                <a:spcPts val="0"/>
              </a:spcBef>
              <a:spcAft>
                <a:spcPts val="0"/>
              </a:spcAft>
              <a:buSzPts val="2400"/>
              <a:buFont typeface="DM Sans"/>
              <a:buNone/>
              <a:defRPr sz="2400" b="1">
                <a:latin typeface="DM Sans"/>
                <a:ea typeface="DM Sans"/>
                <a:cs typeface="DM Sans"/>
                <a:sym typeface="DM Sans"/>
              </a:defRPr>
            </a:lvl7pPr>
            <a:lvl8pPr lvl="7" algn="l">
              <a:lnSpc>
                <a:spcPct val="100000"/>
              </a:lnSpc>
              <a:spcBef>
                <a:spcPts val="0"/>
              </a:spcBef>
              <a:spcAft>
                <a:spcPts val="0"/>
              </a:spcAft>
              <a:buSzPts val="2400"/>
              <a:buFont typeface="DM Sans"/>
              <a:buNone/>
              <a:defRPr sz="2400" b="1">
                <a:latin typeface="DM Sans"/>
                <a:ea typeface="DM Sans"/>
                <a:cs typeface="DM Sans"/>
                <a:sym typeface="DM Sans"/>
              </a:defRPr>
            </a:lvl8pPr>
            <a:lvl9pPr lvl="8" algn="l">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grpSp>
        <p:nvGrpSpPr>
          <p:cNvPr id="195" name="Google Shape;195;p69"/>
          <p:cNvGrpSpPr/>
          <p:nvPr/>
        </p:nvGrpSpPr>
        <p:grpSpPr>
          <a:xfrm>
            <a:off x="-1303200" y="-417548"/>
            <a:ext cx="3810000" cy="1517665"/>
            <a:chOff x="2287428" y="3290125"/>
            <a:chExt cx="7620000" cy="3035331"/>
          </a:xfrm>
        </p:grpSpPr>
        <p:sp>
          <p:nvSpPr>
            <p:cNvPr id="196" name="Google Shape;196;p69"/>
            <p:cNvSpPr/>
            <p:nvPr/>
          </p:nvSpPr>
          <p:spPr>
            <a:xfrm>
              <a:off x="2287428" y="3290125"/>
              <a:ext cx="7620000" cy="3035331"/>
            </a:xfrm>
            <a:custGeom>
              <a:avLst/>
              <a:gdLst/>
              <a:ahLst/>
              <a:cxnLst/>
              <a:rect l="l" t="t" r="r" b="b"/>
              <a:pathLst>
                <a:path w="7620000" h="3035331" extrusionOk="0">
                  <a:moveTo>
                    <a:pt x="0" y="2991231"/>
                  </a:moveTo>
                  <a:lnTo>
                    <a:pt x="990314" y="3035332"/>
                  </a:lnTo>
                  <a:lnTo>
                    <a:pt x="1611058" y="2049875"/>
                  </a:lnTo>
                  <a:lnTo>
                    <a:pt x="2812733" y="2710529"/>
                  </a:lnTo>
                  <a:lnTo>
                    <a:pt x="3608832" y="1627441"/>
                  </a:lnTo>
                  <a:lnTo>
                    <a:pt x="4511802" y="1627441"/>
                  </a:lnTo>
                  <a:lnTo>
                    <a:pt x="5576411" y="425958"/>
                  </a:lnTo>
                  <a:lnTo>
                    <a:pt x="6919342" y="748760"/>
                  </a:lnTo>
                  <a:lnTo>
                    <a:pt x="7620000" y="0"/>
                  </a:lnTo>
                </a:path>
              </a:pathLst>
            </a:custGeom>
            <a:noFill/>
            <a:ln w="19050" cap="flat" cmpd="sng">
              <a:solidFill>
                <a:schemeClr val="dk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97" name="Google Shape;197;p69"/>
            <p:cNvSpPr/>
            <p:nvPr/>
          </p:nvSpPr>
          <p:spPr>
            <a:xfrm>
              <a:off x="3811238" y="5269801"/>
              <a:ext cx="185737" cy="185737"/>
            </a:xfrm>
            <a:custGeom>
              <a:avLst/>
              <a:gdLst/>
              <a:ahLst/>
              <a:cxnLst/>
              <a:rect l="l" t="t" r="r" b="b"/>
              <a:pathLst>
                <a:path w="185737" h="185737" extrusionOk="0">
                  <a:moveTo>
                    <a:pt x="185738" y="92869"/>
                  </a:moveTo>
                  <a:cubicBezTo>
                    <a:pt x="185738" y="144159"/>
                    <a:pt x="144159" y="185738"/>
                    <a:pt x="92869" y="185738"/>
                  </a:cubicBezTo>
                  <a:cubicBezTo>
                    <a:pt x="41579" y="185738"/>
                    <a:pt x="0" y="144159"/>
                    <a:pt x="0" y="92869"/>
                  </a:cubicBezTo>
                  <a:cubicBezTo>
                    <a:pt x="0" y="41579"/>
                    <a:pt x="41579" y="0"/>
                    <a:pt x="92869" y="0"/>
                  </a:cubicBezTo>
                  <a:cubicBezTo>
                    <a:pt x="144159" y="0"/>
                    <a:pt x="185738" y="41579"/>
                    <a:pt x="185738" y="92869"/>
                  </a:cubicBezTo>
                  <a:close/>
                </a:path>
              </a:pathLst>
            </a:custGeom>
            <a:solidFill>
              <a:schemeClr val="lt2"/>
            </a:solidFill>
            <a:ln w="19050" cap="flat" cmpd="sng">
              <a:solidFill>
                <a:schemeClr val="dk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98" name="Google Shape;198;p69"/>
            <p:cNvSpPr/>
            <p:nvPr/>
          </p:nvSpPr>
          <p:spPr>
            <a:xfrm>
              <a:off x="5801963" y="4822126"/>
              <a:ext cx="185737" cy="185737"/>
            </a:xfrm>
            <a:custGeom>
              <a:avLst/>
              <a:gdLst/>
              <a:ahLst/>
              <a:cxnLst/>
              <a:rect l="l" t="t" r="r" b="b"/>
              <a:pathLst>
                <a:path w="185737" h="185737" extrusionOk="0">
                  <a:moveTo>
                    <a:pt x="185738" y="92869"/>
                  </a:moveTo>
                  <a:cubicBezTo>
                    <a:pt x="185738" y="144159"/>
                    <a:pt x="144159" y="185738"/>
                    <a:pt x="92869" y="185738"/>
                  </a:cubicBezTo>
                  <a:cubicBezTo>
                    <a:pt x="41579" y="185738"/>
                    <a:pt x="0" y="144159"/>
                    <a:pt x="0" y="92869"/>
                  </a:cubicBezTo>
                  <a:cubicBezTo>
                    <a:pt x="0" y="41579"/>
                    <a:pt x="41579" y="0"/>
                    <a:pt x="92869" y="0"/>
                  </a:cubicBezTo>
                  <a:cubicBezTo>
                    <a:pt x="144159" y="0"/>
                    <a:pt x="185738" y="41579"/>
                    <a:pt x="185738" y="92869"/>
                  </a:cubicBezTo>
                  <a:close/>
                </a:path>
              </a:pathLst>
            </a:custGeom>
            <a:solidFill>
              <a:schemeClr val="lt2"/>
            </a:solidFill>
            <a:ln w="19050" cap="flat" cmpd="sng">
              <a:solidFill>
                <a:schemeClr val="dk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99" name="Google Shape;199;p69"/>
            <p:cNvSpPr/>
            <p:nvPr/>
          </p:nvSpPr>
          <p:spPr>
            <a:xfrm>
              <a:off x="7783163" y="3641026"/>
              <a:ext cx="185737" cy="185737"/>
            </a:xfrm>
            <a:custGeom>
              <a:avLst/>
              <a:gdLst/>
              <a:ahLst/>
              <a:cxnLst/>
              <a:rect l="l" t="t" r="r" b="b"/>
              <a:pathLst>
                <a:path w="185737" h="185737" extrusionOk="0">
                  <a:moveTo>
                    <a:pt x="185738" y="92869"/>
                  </a:moveTo>
                  <a:cubicBezTo>
                    <a:pt x="185738" y="144159"/>
                    <a:pt x="144159" y="185738"/>
                    <a:pt x="92869" y="185738"/>
                  </a:cubicBezTo>
                  <a:cubicBezTo>
                    <a:pt x="41579" y="185738"/>
                    <a:pt x="0" y="144159"/>
                    <a:pt x="0" y="92869"/>
                  </a:cubicBezTo>
                  <a:cubicBezTo>
                    <a:pt x="0" y="41579"/>
                    <a:pt x="41579" y="0"/>
                    <a:pt x="92869" y="0"/>
                  </a:cubicBezTo>
                  <a:cubicBezTo>
                    <a:pt x="144159" y="0"/>
                    <a:pt x="185738" y="41579"/>
                    <a:pt x="185738" y="92869"/>
                  </a:cubicBezTo>
                  <a:close/>
                </a:path>
              </a:pathLst>
            </a:custGeom>
            <a:solidFill>
              <a:schemeClr val="lt2"/>
            </a:solidFill>
            <a:ln w="19050" cap="flat" cmpd="sng">
              <a:solidFill>
                <a:schemeClr val="dk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
    <p:spTree>
      <p:nvGrpSpPr>
        <p:cNvPr id="1" name="Shape 200"/>
        <p:cNvGrpSpPr/>
        <p:nvPr/>
      </p:nvGrpSpPr>
      <p:grpSpPr>
        <a:xfrm>
          <a:off x="0" y="0"/>
          <a:ext cx="0" cy="0"/>
          <a:chOff x="0" y="0"/>
          <a:chExt cx="0" cy="0"/>
        </a:xfrm>
      </p:grpSpPr>
      <p:grpSp>
        <p:nvGrpSpPr>
          <p:cNvPr id="201" name="Google Shape;201;p70"/>
          <p:cNvGrpSpPr/>
          <p:nvPr/>
        </p:nvGrpSpPr>
        <p:grpSpPr>
          <a:xfrm>
            <a:off x="0" y="0"/>
            <a:ext cx="9144000" cy="5142071"/>
            <a:chOff x="0" y="0"/>
            <a:chExt cx="12192000" cy="6856095"/>
          </a:xfrm>
        </p:grpSpPr>
        <p:grpSp>
          <p:nvGrpSpPr>
            <p:cNvPr id="202" name="Google Shape;202;p70"/>
            <p:cNvGrpSpPr/>
            <p:nvPr/>
          </p:nvGrpSpPr>
          <p:grpSpPr>
            <a:xfrm>
              <a:off x="11482324" y="0"/>
              <a:ext cx="6350" cy="6856095"/>
              <a:chOff x="11482324" y="0"/>
              <a:chExt cx="6350" cy="6856095"/>
            </a:xfrm>
          </p:grpSpPr>
          <p:sp>
            <p:nvSpPr>
              <p:cNvPr id="203" name="Google Shape;203;p70"/>
              <p:cNvSpPr/>
              <p:nvPr/>
            </p:nvSpPr>
            <p:spPr>
              <a:xfrm>
                <a:off x="11482324"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04" name="Google Shape;204;p70"/>
              <p:cNvSpPr/>
              <p:nvPr/>
            </p:nvSpPr>
            <p:spPr>
              <a:xfrm>
                <a:off x="11482324"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05" name="Google Shape;205;p70"/>
              <p:cNvSpPr/>
              <p:nvPr/>
            </p:nvSpPr>
            <p:spPr>
              <a:xfrm>
                <a:off x="11482324"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206" name="Google Shape;206;p70"/>
            <p:cNvGrpSpPr/>
            <p:nvPr/>
          </p:nvGrpSpPr>
          <p:grpSpPr>
            <a:xfrm>
              <a:off x="10502836" y="0"/>
              <a:ext cx="6350" cy="6856095"/>
              <a:chOff x="10502836" y="0"/>
              <a:chExt cx="6350" cy="6856095"/>
            </a:xfrm>
          </p:grpSpPr>
          <p:sp>
            <p:nvSpPr>
              <p:cNvPr id="207" name="Google Shape;207;p70"/>
              <p:cNvSpPr/>
              <p:nvPr/>
            </p:nvSpPr>
            <p:spPr>
              <a:xfrm>
                <a:off x="10502836"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08" name="Google Shape;208;p70"/>
              <p:cNvSpPr/>
              <p:nvPr/>
            </p:nvSpPr>
            <p:spPr>
              <a:xfrm>
                <a:off x="10502836"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09" name="Google Shape;209;p70"/>
              <p:cNvSpPr/>
              <p:nvPr/>
            </p:nvSpPr>
            <p:spPr>
              <a:xfrm>
                <a:off x="10502836"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210" name="Google Shape;210;p70"/>
            <p:cNvGrpSpPr/>
            <p:nvPr/>
          </p:nvGrpSpPr>
          <p:grpSpPr>
            <a:xfrm>
              <a:off x="9523412" y="0"/>
              <a:ext cx="6350" cy="6856095"/>
              <a:chOff x="9523412" y="0"/>
              <a:chExt cx="6350" cy="6856095"/>
            </a:xfrm>
          </p:grpSpPr>
          <p:sp>
            <p:nvSpPr>
              <p:cNvPr id="211" name="Google Shape;211;p70"/>
              <p:cNvSpPr/>
              <p:nvPr/>
            </p:nvSpPr>
            <p:spPr>
              <a:xfrm>
                <a:off x="9523412"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12" name="Google Shape;212;p70"/>
              <p:cNvSpPr/>
              <p:nvPr/>
            </p:nvSpPr>
            <p:spPr>
              <a:xfrm>
                <a:off x="9523412"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13" name="Google Shape;213;p70"/>
              <p:cNvSpPr/>
              <p:nvPr/>
            </p:nvSpPr>
            <p:spPr>
              <a:xfrm>
                <a:off x="9523412"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214" name="Google Shape;214;p70"/>
            <p:cNvGrpSpPr/>
            <p:nvPr/>
          </p:nvGrpSpPr>
          <p:grpSpPr>
            <a:xfrm>
              <a:off x="8543988" y="0"/>
              <a:ext cx="6350" cy="6856095"/>
              <a:chOff x="8543988" y="0"/>
              <a:chExt cx="6350" cy="6856095"/>
            </a:xfrm>
          </p:grpSpPr>
          <p:sp>
            <p:nvSpPr>
              <p:cNvPr id="215" name="Google Shape;215;p70"/>
              <p:cNvSpPr/>
              <p:nvPr/>
            </p:nvSpPr>
            <p:spPr>
              <a:xfrm>
                <a:off x="8543988"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16" name="Google Shape;216;p70"/>
              <p:cNvSpPr/>
              <p:nvPr/>
            </p:nvSpPr>
            <p:spPr>
              <a:xfrm>
                <a:off x="8543988"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17" name="Google Shape;217;p70"/>
              <p:cNvSpPr/>
              <p:nvPr/>
            </p:nvSpPr>
            <p:spPr>
              <a:xfrm>
                <a:off x="8543988"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218" name="Google Shape;218;p70"/>
            <p:cNvGrpSpPr/>
            <p:nvPr/>
          </p:nvGrpSpPr>
          <p:grpSpPr>
            <a:xfrm>
              <a:off x="7564564" y="0"/>
              <a:ext cx="6350" cy="6856095"/>
              <a:chOff x="7564564" y="0"/>
              <a:chExt cx="6350" cy="6856095"/>
            </a:xfrm>
          </p:grpSpPr>
          <p:sp>
            <p:nvSpPr>
              <p:cNvPr id="219" name="Google Shape;219;p70"/>
              <p:cNvSpPr/>
              <p:nvPr/>
            </p:nvSpPr>
            <p:spPr>
              <a:xfrm>
                <a:off x="7564564"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20" name="Google Shape;220;p70"/>
              <p:cNvSpPr/>
              <p:nvPr/>
            </p:nvSpPr>
            <p:spPr>
              <a:xfrm>
                <a:off x="7564564"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21" name="Google Shape;221;p70"/>
              <p:cNvSpPr/>
              <p:nvPr/>
            </p:nvSpPr>
            <p:spPr>
              <a:xfrm>
                <a:off x="7564564"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222" name="Google Shape;222;p70"/>
            <p:cNvGrpSpPr/>
            <p:nvPr/>
          </p:nvGrpSpPr>
          <p:grpSpPr>
            <a:xfrm>
              <a:off x="6585077" y="0"/>
              <a:ext cx="6350" cy="6856095"/>
              <a:chOff x="6585077" y="0"/>
              <a:chExt cx="6350" cy="6856095"/>
            </a:xfrm>
          </p:grpSpPr>
          <p:sp>
            <p:nvSpPr>
              <p:cNvPr id="223" name="Google Shape;223;p70"/>
              <p:cNvSpPr/>
              <p:nvPr/>
            </p:nvSpPr>
            <p:spPr>
              <a:xfrm>
                <a:off x="6585077"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24" name="Google Shape;224;p70"/>
              <p:cNvSpPr/>
              <p:nvPr/>
            </p:nvSpPr>
            <p:spPr>
              <a:xfrm>
                <a:off x="6585077"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25" name="Google Shape;225;p70"/>
              <p:cNvSpPr/>
              <p:nvPr/>
            </p:nvSpPr>
            <p:spPr>
              <a:xfrm>
                <a:off x="6585077"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226" name="Google Shape;226;p70"/>
            <p:cNvGrpSpPr/>
            <p:nvPr/>
          </p:nvGrpSpPr>
          <p:grpSpPr>
            <a:xfrm>
              <a:off x="5602224" y="0"/>
              <a:ext cx="6350" cy="6856095"/>
              <a:chOff x="5602224" y="0"/>
              <a:chExt cx="6350" cy="6856095"/>
            </a:xfrm>
          </p:grpSpPr>
          <p:sp>
            <p:nvSpPr>
              <p:cNvPr id="227" name="Google Shape;227;p70"/>
              <p:cNvSpPr/>
              <p:nvPr/>
            </p:nvSpPr>
            <p:spPr>
              <a:xfrm>
                <a:off x="5602224"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28" name="Google Shape;228;p70"/>
              <p:cNvSpPr/>
              <p:nvPr/>
            </p:nvSpPr>
            <p:spPr>
              <a:xfrm>
                <a:off x="5602224"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29" name="Google Shape;229;p70"/>
              <p:cNvSpPr/>
              <p:nvPr/>
            </p:nvSpPr>
            <p:spPr>
              <a:xfrm>
                <a:off x="5602224"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230" name="Google Shape;230;p70"/>
            <p:cNvGrpSpPr/>
            <p:nvPr/>
          </p:nvGrpSpPr>
          <p:grpSpPr>
            <a:xfrm>
              <a:off x="4622736" y="0"/>
              <a:ext cx="6350" cy="6856095"/>
              <a:chOff x="4622736" y="0"/>
              <a:chExt cx="6350" cy="6856095"/>
            </a:xfrm>
          </p:grpSpPr>
          <p:sp>
            <p:nvSpPr>
              <p:cNvPr id="231" name="Google Shape;231;p70"/>
              <p:cNvSpPr/>
              <p:nvPr/>
            </p:nvSpPr>
            <p:spPr>
              <a:xfrm>
                <a:off x="4622736"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32" name="Google Shape;232;p70"/>
              <p:cNvSpPr/>
              <p:nvPr/>
            </p:nvSpPr>
            <p:spPr>
              <a:xfrm>
                <a:off x="4622736"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33" name="Google Shape;233;p70"/>
              <p:cNvSpPr/>
              <p:nvPr/>
            </p:nvSpPr>
            <p:spPr>
              <a:xfrm>
                <a:off x="4622736"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234" name="Google Shape;234;p70"/>
            <p:cNvGrpSpPr/>
            <p:nvPr/>
          </p:nvGrpSpPr>
          <p:grpSpPr>
            <a:xfrm>
              <a:off x="3643312" y="0"/>
              <a:ext cx="6350" cy="6856095"/>
              <a:chOff x="3643312" y="0"/>
              <a:chExt cx="6350" cy="6856095"/>
            </a:xfrm>
          </p:grpSpPr>
          <p:sp>
            <p:nvSpPr>
              <p:cNvPr id="235" name="Google Shape;235;p70"/>
              <p:cNvSpPr/>
              <p:nvPr/>
            </p:nvSpPr>
            <p:spPr>
              <a:xfrm>
                <a:off x="3643312"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36" name="Google Shape;236;p70"/>
              <p:cNvSpPr/>
              <p:nvPr/>
            </p:nvSpPr>
            <p:spPr>
              <a:xfrm>
                <a:off x="3643312"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37" name="Google Shape;237;p70"/>
              <p:cNvSpPr/>
              <p:nvPr/>
            </p:nvSpPr>
            <p:spPr>
              <a:xfrm>
                <a:off x="3643312"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238" name="Google Shape;238;p70"/>
            <p:cNvGrpSpPr/>
            <p:nvPr/>
          </p:nvGrpSpPr>
          <p:grpSpPr>
            <a:xfrm>
              <a:off x="2663888" y="0"/>
              <a:ext cx="6350" cy="6856095"/>
              <a:chOff x="2663888" y="0"/>
              <a:chExt cx="6350" cy="6856095"/>
            </a:xfrm>
          </p:grpSpPr>
          <p:sp>
            <p:nvSpPr>
              <p:cNvPr id="239" name="Google Shape;239;p70"/>
              <p:cNvSpPr/>
              <p:nvPr/>
            </p:nvSpPr>
            <p:spPr>
              <a:xfrm>
                <a:off x="2663888"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40" name="Google Shape;240;p70"/>
              <p:cNvSpPr/>
              <p:nvPr/>
            </p:nvSpPr>
            <p:spPr>
              <a:xfrm>
                <a:off x="2663888"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41" name="Google Shape;241;p70"/>
              <p:cNvSpPr/>
              <p:nvPr/>
            </p:nvSpPr>
            <p:spPr>
              <a:xfrm>
                <a:off x="2663888"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242" name="Google Shape;242;p70"/>
            <p:cNvGrpSpPr/>
            <p:nvPr/>
          </p:nvGrpSpPr>
          <p:grpSpPr>
            <a:xfrm>
              <a:off x="1684464" y="0"/>
              <a:ext cx="6350" cy="6856095"/>
              <a:chOff x="1684464" y="0"/>
              <a:chExt cx="6350" cy="6856095"/>
            </a:xfrm>
          </p:grpSpPr>
          <p:sp>
            <p:nvSpPr>
              <p:cNvPr id="243" name="Google Shape;243;p70"/>
              <p:cNvSpPr/>
              <p:nvPr/>
            </p:nvSpPr>
            <p:spPr>
              <a:xfrm>
                <a:off x="1684464"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44" name="Google Shape;244;p70"/>
              <p:cNvSpPr/>
              <p:nvPr/>
            </p:nvSpPr>
            <p:spPr>
              <a:xfrm>
                <a:off x="1684464"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45" name="Google Shape;245;p70"/>
              <p:cNvSpPr/>
              <p:nvPr/>
            </p:nvSpPr>
            <p:spPr>
              <a:xfrm>
                <a:off x="1684464"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246" name="Google Shape;246;p70"/>
            <p:cNvGrpSpPr/>
            <p:nvPr/>
          </p:nvGrpSpPr>
          <p:grpSpPr>
            <a:xfrm>
              <a:off x="704977" y="0"/>
              <a:ext cx="6350" cy="6856095"/>
              <a:chOff x="704977" y="0"/>
              <a:chExt cx="6350" cy="6856095"/>
            </a:xfrm>
          </p:grpSpPr>
          <p:sp>
            <p:nvSpPr>
              <p:cNvPr id="247" name="Google Shape;247;p70"/>
              <p:cNvSpPr/>
              <p:nvPr/>
            </p:nvSpPr>
            <p:spPr>
              <a:xfrm>
                <a:off x="704977"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48" name="Google Shape;248;p70"/>
              <p:cNvSpPr/>
              <p:nvPr/>
            </p:nvSpPr>
            <p:spPr>
              <a:xfrm>
                <a:off x="704977"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49" name="Google Shape;249;p70"/>
              <p:cNvSpPr/>
              <p:nvPr/>
            </p:nvSpPr>
            <p:spPr>
              <a:xfrm>
                <a:off x="704977"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250" name="Google Shape;250;p70"/>
            <p:cNvGrpSpPr/>
            <p:nvPr/>
          </p:nvGrpSpPr>
          <p:grpSpPr>
            <a:xfrm>
              <a:off x="0" y="6093333"/>
              <a:ext cx="12192000" cy="6350"/>
              <a:chOff x="0" y="6093333"/>
              <a:chExt cx="12192000" cy="6350"/>
            </a:xfrm>
          </p:grpSpPr>
          <p:sp>
            <p:nvSpPr>
              <p:cNvPr id="251" name="Google Shape;251;p70"/>
              <p:cNvSpPr/>
              <p:nvPr/>
            </p:nvSpPr>
            <p:spPr>
              <a:xfrm>
                <a:off x="12169775" y="6093333"/>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52" name="Google Shape;252;p70"/>
              <p:cNvSpPr/>
              <p:nvPr/>
            </p:nvSpPr>
            <p:spPr>
              <a:xfrm>
                <a:off x="44450" y="6093333"/>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53" name="Google Shape;253;p70"/>
              <p:cNvSpPr/>
              <p:nvPr/>
            </p:nvSpPr>
            <p:spPr>
              <a:xfrm>
                <a:off x="0" y="6093333"/>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254" name="Google Shape;254;p70"/>
            <p:cNvGrpSpPr/>
            <p:nvPr/>
          </p:nvGrpSpPr>
          <p:grpSpPr>
            <a:xfrm>
              <a:off x="0" y="5330571"/>
              <a:ext cx="12192000" cy="6350"/>
              <a:chOff x="0" y="5330571"/>
              <a:chExt cx="12192000" cy="6350"/>
            </a:xfrm>
          </p:grpSpPr>
          <p:sp>
            <p:nvSpPr>
              <p:cNvPr id="255" name="Google Shape;255;p70"/>
              <p:cNvSpPr/>
              <p:nvPr/>
            </p:nvSpPr>
            <p:spPr>
              <a:xfrm>
                <a:off x="12169775" y="5330571"/>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56" name="Google Shape;256;p70"/>
              <p:cNvSpPr/>
              <p:nvPr/>
            </p:nvSpPr>
            <p:spPr>
              <a:xfrm>
                <a:off x="44450" y="5330571"/>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57" name="Google Shape;257;p70"/>
              <p:cNvSpPr/>
              <p:nvPr/>
            </p:nvSpPr>
            <p:spPr>
              <a:xfrm>
                <a:off x="0" y="5330571"/>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258" name="Google Shape;258;p70"/>
            <p:cNvGrpSpPr/>
            <p:nvPr/>
          </p:nvGrpSpPr>
          <p:grpSpPr>
            <a:xfrm>
              <a:off x="0" y="4567872"/>
              <a:ext cx="12192000" cy="6350"/>
              <a:chOff x="0" y="4567872"/>
              <a:chExt cx="12192000" cy="6350"/>
            </a:xfrm>
          </p:grpSpPr>
          <p:sp>
            <p:nvSpPr>
              <p:cNvPr id="259" name="Google Shape;259;p70"/>
              <p:cNvSpPr/>
              <p:nvPr/>
            </p:nvSpPr>
            <p:spPr>
              <a:xfrm>
                <a:off x="12169775" y="4567872"/>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60" name="Google Shape;260;p70"/>
              <p:cNvSpPr/>
              <p:nvPr/>
            </p:nvSpPr>
            <p:spPr>
              <a:xfrm>
                <a:off x="44450" y="4567872"/>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61" name="Google Shape;261;p70"/>
              <p:cNvSpPr/>
              <p:nvPr/>
            </p:nvSpPr>
            <p:spPr>
              <a:xfrm>
                <a:off x="0" y="4567872"/>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262" name="Google Shape;262;p70"/>
            <p:cNvGrpSpPr/>
            <p:nvPr/>
          </p:nvGrpSpPr>
          <p:grpSpPr>
            <a:xfrm>
              <a:off x="0" y="3805110"/>
              <a:ext cx="12192000" cy="6350"/>
              <a:chOff x="0" y="3805110"/>
              <a:chExt cx="12192000" cy="6350"/>
            </a:xfrm>
          </p:grpSpPr>
          <p:sp>
            <p:nvSpPr>
              <p:cNvPr id="263" name="Google Shape;263;p70"/>
              <p:cNvSpPr/>
              <p:nvPr/>
            </p:nvSpPr>
            <p:spPr>
              <a:xfrm>
                <a:off x="12169775" y="3805110"/>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64" name="Google Shape;264;p70"/>
              <p:cNvSpPr/>
              <p:nvPr/>
            </p:nvSpPr>
            <p:spPr>
              <a:xfrm>
                <a:off x="44450" y="3805110"/>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65" name="Google Shape;265;p70"/>
              <p:cNvSpPr/>
              <p:nvPr/>
            </p:nvSpPr>
            <p:spPr>
              <a:xfrm>
                <a:off x="0" y="3805110"/>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266" name="Google Shape;266;p70"/>
            <p:cNvGrpSpPr/>
            <p:nvPr/>
          </p:nvGrpSpPr>
          <p:grpSpPr>
            <a:xfrm>
              <a:off x="0" y="3050921"/>
              <a:ext cx="12192000" cy="6350"/>
              <a:chOff x="0" y="3050921"/>
              <a:chExt cx="12192000" cy="6350"/>
            </a:xfrm>
          </p:grpSpPr>
          <p:sp>
            <p:nvSpPr>
              <p:cNvPr id="267" name="Google Shape;267;p70"/>
              <p:cNvSpPr/>
              <p:nvPr/>
            </p:nvSpPr>
            <p:spPr>
              <a:xfrm>
                <a:off x="12169775" y="3050921"/>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68" name="Google Shape;268;p70"/>
              <p:cNvSpPr/>
              <p:nvPr/>
            </p:nvSpPr>
            <p:spPr>
              <a:xfrm>
                <a:off x="44450" y="3050921"/>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69" name="Google Shape;269;p70"/>
              <p:cNvSpPr/>
              <p:nvPr/>
            </p:nvSpPr>
            <p:spPr>
              <a:xfrm>
                <a:off x="0" y="3050921"/>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270" name="Google Shape;270;p70"/>
            <p:cNvGrpSpPr/>
            <p:nvPr/>
          </p:nvGrpSpPr>
          <p:grpSpPr>
            <a:xfrm>
              <a:off x="0" y="2288222"/>
              <a:ext cx="12192000" cy="6350"/>
              <a:chOff x="0" y="2288222"/>
              <a:chExt cx="12192000" cy="6350"/>
            </a:xfrm>
          </p:grpSpPr>
          <p:sp>
            <p:nvSpPr>
              <p:cNvPr id="271" name="Google Shape;271;p70"/>
              <p:cNvSpPr/>
              <p:nvPr/>
            </p:nvSpPr>
            <p:spPr>
              <a:xfrm>
                <a:off x="12169775" y="2288222"/>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72" name="Google Shape;272;p70"/>
              <p:cNvSpPr/>
              <p:nvPr/>
            </p:nvSpPr>
            <p:spPr>
              <a:xfrm>
                <a:off x="44450" y="2288222"/>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73" name="Google Shape;273;p70"/>
              <p:cNvSpPr/>
              <p:nvPr/>
            </p:nvSpPr>
            <p:spPr>
              <a:xfrm>
                <a:off x="0" y="2288222"/>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274" name="Google Shape;274;p70"/>
            <p:cNvGrpSpPr/>
            <p:nvPr/>
          </p:nvGrpSpPr>
          <p:grpSpPr>
            <a:xfrm>
              <a:off x="0" y="1525460"/>
              <a:ext cx="12192000" cy="6350"/>
              <a:chOff x="0" y="1525460"/>
              <a:chExt cx="12192000" cy="6350"/>
            </a:xfrm>
          </p:grpSpPr>
          <p:sp>
            <p:nvSpPr>
              <p:cNvPr id="275" name="Google Shape;275;p70"/>
              <p:cNvSpPr/>
              <p:nvPr/>
            </p:nvSpPr>
            <p:spPr>
              <a:xfrm>
                <a:off x="12169775" y="1525460"/>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76" name="Google Shape;276;p70"/>
              <p:cNvSpPr/>
              <p:nvPr/>
            </p:nvSpPr>
            <p:spPr>
              <a:xfrm>
                <a:off x="44450" y="1525460"/>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77" name="Google Shape;277;p70"/>
              <p:cNvSpPr/>
              <p:nvPr/>
            </p:nvSpPr>
            <p:spPr>
              <a:xfrm>
                <a:off x="0" y="1525460"/>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278" name="Google Shape;278;p70"/>
            <p:cNvGrpSpPr/>
            <p:nvPr/>
          </p:nvGrpSpPr>
          <p:grpSpPr>
            <a:xfrm>
              <a:off x="0" y="762762"/>
              <a:ext cx="12192000" cy="6350"/>
              <a:chOff x="0" y="762762"/>
              <a:chExt cx="12192000" cy="6350"/>
            </a:xfrm>
          </p:grpSpPr>
          <p:sp>
            <p:nvSpPr>
              <p:cNvPr id="279" name="Google Shape;279;p70"/>
              <p:cNvSpPr/>
              <p:nvPr/>
            </p:nvSpPr>
            <p:spPr>
              <a:xfrm>
                <a:off x="12169775" y="762762"/>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80" name="Google Shape;280;p70"/>
              <p:cNvSpPr/>
              <p:nvPr/>
            </p:nvSpPr>
            <p:spPr>
              <a:xfrm>
                <a:off x="44450" y="762762"/>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81" name="Google Shape;281;p70"/>
              <p:cNvSpPr/>
              <p:nvPr/>
            </p:nvSpPr>
            <p:spPr>
              <a:xfrm>
                <a:off x="0" y="762762"/>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sp>
        <p:nvSpPr>
          <p:cNvPr id="282" name="Google Shape;282;p70"/>
          <p:cNvSpPr/>
          <p:nvPr/>
        </p:nvSpPr>
        <p:spPr>
          <a:xfrm>
            <a:off x="535200" y="578100"/>
            <a:ext cx="8073600" cy="3987300"/>
          </a:xfrm>
          <a:prstGeom prst="rect">
            <a:avLst/>
          </a:prstGeom>
          <a:solidFill>
            <a:schemeClr val="lt1"/>
          </a:solidFill>
          <a:ln>
            <a:noFill/>
          </a:ln>
          <a:effectLst>
            <a:outerShdw blurRad="285750" dist="19050" dir="5400000" algn="bl" rotWithShape="0">
              <a:schemeClr val="dk1">
                <a:alpha val="49411"/>
              </a:scheme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sp>
        <p:nvSpPr>
          <p:cNvPr id="283" name="Google Shape;283;p70"/>
          <p:cNvSpPr txBox="1">
            <a:spLocks noGrp="1"/>
          </p:cNvSpPr>
          <p:nvPr>
            <p:ph type="title"/>
          </p:nvPr>
        </p:nvSpPr>
        <p:spPr>
          <a:xfrm>
            <a:off x="720000" y="539500"/>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a:endParaRPr/>
          </a:p>
        </p:txBody>
      </p:sp>
      <p:sp>
        <p:nvSpPr>
          <p:cNvPr id="284" name="Google Shape;284;p70"/>
          <p:cNvSpPr txBox="1">
            <a:spLocks noGrp="1"/>
          </p:cNvSpPr>
          <p:nvPr>
            <p:ph type="subTitle" idx="1"/>
          </p:nvPr>
        </p:nvSpPr>
        <p:spPr>
          <a:xfrm>
            <a:off x="4832040" y="1667625"/>
            <a:ext cx="3254100" cy="24201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85" name="Google Shape;285;p70"/>
          <p:cNvSpPr txBox="1">
            <a:spLocks noGrp="1"/>
          </p:cNvSpPr>
          <p:nvPr>
            <p:ph type="subTitle" idx="2"/>
          </p:nvPr>
        </p:nvSpPr>
        <p:spPr>
          <a:xfrm>
            <a:off x="1057860" y="1667625"/>
            <a:ext cx="3254100" cy="24201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grpSp>
        <p:nvGrpSpPr>
          <p:cNvPr id="286" name="Google Shape;286;p70"/>
          <p:cNvGrpSpPr/>
          <p:nvPr/>
        </p:nvGrpSpPr>
        <p:grpSpPr>
          <a:xfrm flipH="1">
            <a:off x="7060800" y="-511750"/>
            <a:ext cx="3810000" cy="2254900"/>
            <a:chOff x="2287428" y="526446"/>
            <a:chExt cx="7620000" cy="4509801"/>
          </a:xfrm>
        </p:grpSpPr>
        <p:sp>
          <p:nvSpPr>
            <p:cNvPr id="287" name="Google Shape;287;p70"/>
            <p:cNvSpPr/>
            <p:nvPr/>
          </p:nvSpPr>
          <p:spPr>
            <a:xfrm>
              <a:off x="2287428" y="526446"/>
              <a:ext cx="7620000" cy="4509801"/>
            </a:xfrm>
            <a:custGeom>
              <a:avLst/>
              <a:gdLst/>
              <a:ahLst/>
              <a:cxnLst/>
              <a:rect l="l" t="t" r="r" b="b"/>
              <a:pathLst>
                <a:path w="7620000" h="4509801" extrusionOk="0">
                  <a:moveTo>
                    <a:pt x="0" y="4509802"/>
                  </a:moveTo>
                  <a:lnTo>
                    <a:pt x="990314" y="3328702"/>
                  </a:lnTo>
                  <a:lnTo>
                    <a:pt x="1576102" y="3471672"/>
                  </a:lnTo>
                  <a:lnTo>
                    <a:pt x="2812733" y="2571560"/>
                  </a:lnTo>
                  <a:lnTo>
                    <a:pt x="3550635" y="2938272"/>
                  </a:lnTo>
                  <a:lnTo>
                    <a:pt x="4511802" y="1857280"/>
                  </a:lnTo>
                  <a:lnTo>
                    <a:pt x="5519261" y="1881283"/>
                  </a:lnTo>
                  <a:lnTo>
                    <a:pt x="6905054" y="1204817"/>
                  </a:lnTo>
                  <a:lnTo>
                    <a:pt x="7620000" y="0"/>
                  </a:lnTo>
                </a:path>
              </a:pathLst>
            </a:custGeom>
            <a:no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88" name="Google Shape;288;p70"/>
            <p:cNvSpPr/>
            <p:nvPr/>
          </p:nvSpPr>
          <p:spPr>
            <a:xfrm>
              <a:off x="3773138" y="3907726"/>
              <a:ext cx="185737" cy="185737"/>
            </a:xfrm>
            <a:custGeom>
              <a:avLst/>
              <a:gdLst/>
              <a:ahLst/>
              <a:cxnLst/>
              <a:rect l="l" t="t" r="r" b="b"/>
              <a:pathLst>
                <a:path w="185737" h="185737" extrusionOk="0">
                  <a:moveTo>
                    <a:pt x="185738" y="92869"/>
                  </a:moveTo>
                  <a:cubicBezTo>
                    <a:pt x="185738" y="144159"/>
                    <a:pt x="144159" y="185738"/>
                    <a:pt x="92869" y="185738"/>
                  </a:cubicBezTo>
                  <a:cubicBezTo>
                    <a:pt x="41579" y="185738"/>
                    <a:pt x="0" y="144159"/>
                    <a:pt x="0" y="92869"/>
                  </a:cubicBezTo>
                  <a:cubicBezTo>
                    <a:pt x="0" y="41579"/>
                    <a:pt x="41579" y="0"/>
                    <a:pt x="92869" y="0"/>
                  </a:cubicBezTo>
                  <a:cubicBezTo>
                    <a:pt x="144159" y="0"/>
                    <a:pt x="185738" y="41579"/>
                    <a:pt x="185738" y="92869"/>
                  </a:cubicBezTo>
                  <a:close/>
                </a:path>
              </a:pathLst>
            </a:custGeom>
            <a:solidFill>
              <a:schemeClr val="lt1"/>
            </a:solid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89" name="Google Shape;289;p70"/>
            <p:cNvSpPr/>
            <p:nvPr/>
          </p:nvSpPr>
          <p:spPr>
            <a:xfrm>
              <a:off x="5744813" y="3374326"/>
              <a:ext cx="185737" cy="185737"/>
            </a:xfrm>
            <a:custGeom>
              <a:avLst/>
              <a:gdLst/>
              <a:ahLst/>
              <a:cxnLst/>
              <a:rect l="l" t="t" r="r" b="b"/>
              <a:pathLst>
                <a:path w="185737" h="185737" extrusionOk="0">
                  <a:moveTo>
                    <a:pt x="185738" y="92869"/>
                  </a:moveTo>
                  <a:cubicBezTo>
                    <a:pt x="185738" y="144159"/>
                    <a:pt x="144159" y="185738"/>
                    <a:pt x="92869" y="185738"/>
                  </a:cubicBezTo>
                  <a:cubicBezTo>
                    <a:pt x="41579" y="185738"/>
                    <a:pt x="0" y="144159"/>
                    <a:pt x="0" y="92869"/>
                  </a:cubicBezTo>
                  <a:cubicBezTo>
                    <a:pt x="0" y="41579"/>
                    <a:pt x="41579" y="0"/>
                    <a:pt x="92869" y="0"/>
                  </a:cubicBezTo>
                  <a:cubicBezTo>
                    <a:pt x="144159" y="0"/>
                    <a:pt x="185738" y="41579"/>
                    <a:pt x="185738" y="92869"/>
                  </a:cubicBezTo>
                  <a:close/>
                </a:path>
              </a:pathLst>
            </a:custGeom>
            <a:solidFill>
              <a:schemeClr val="lt1"/>
            </a:solid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90" name="Google Shape;290;p70"/>
            <p:cNvSpPr/>
            <p:nvPr/>
          </p:nvSpPr>
          <p:spPr>
            <a:xfrm>
              <a:off x="7716488" y="2317051"/>
              <a:ext cx="185737" cy="185737"/>
            </a:xfrm>
            <a:custGeom>
              <a:avLst/>
              <a:gdLst/>
              <a:ahLst/>
              <a:cxnLst/>
              <a:rect l="l" t="t" r="r" b="b"/>
              <a:pathLst>
                <a:path w="185737" h="185737" extrusionOk="0">
                  <a:moveTo>
                    <a:pt x="185738" y="92869"/>
                  </a:moveTo>
                  <a:cubicBezTo>
                    <a:pt x="185738" y="144159"/>
                    <a:pt x="144159" y="185737"/>
                    <a:pt x="92869" y="185737"/>
                  </a:cubicBezTo>
                  <a:cubicBezTo>
                    <a:pt x="41579" y="185737"/>
                    <a:pt x="0" y="144159"/>
                    <a:pt x="0" y="92869"/>
                  </a:cubicBezTo>
                  <a:cubicBezTo>
                    <a:pt x="0" y="41579"/>
                    <a:pt x="41579" y="0"/>
                    <a:pt x="92869" y="0"/>
                  </a:cubicBezTo>
                  <a:cubicBezTo>
                    <a:pt x="144159" y="0"/>
                    <a:pt x="185738" y="41579"/>
                    <a:pt x="185738" y="92869"/>
                  </a:cubicBezTo>
                  <a:close/>
                </a:path>
              </a:pathLst>
            </a:custGeom>
            <a:solidFill>
              <a:schemeClr val="lt1"/>
            </a:solid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91" name="Google Shape;291;p70"/>
            <p:cNvSpPr/>
            <p:nvPr/>
          </p:nvSpPr>
          <p:spPr>
            <a:xfrm rot="-2700000">
              <a:off x="9128498" y="1671953"/>
              <a:ext cx="119701" cy="119701"/>
            </a:xfrm>
            <a:custGeom>
              <a:avLst/>
              <a:gdLst/>
              <a:ahLst/>
              <a:cxnLst/>
              <a:rect l="l" t="t" r="r" b="b"/>
              <a:pathLst>
                <a:path w="119634" h="119634" extrusionOk="0">
                  <a:moveTo>
                    <a:pt x="0" y="0"/>
                  </a:moveTo>
                  <a:lnTo>
                    <a:pt x="119634" y="0"/>
                  </a:lnTo>
                  <a:lnTo>
                    <a:pt x="119634" y="119634"/>
                  </a:lnTo>
                  <a:lnTo>
                    <a:pt x="0" y="119634"/>
                  </a:lnTo>
                  <a:close/>
                </a:path>
              </a:pathLst>
            </a:custGeom>
            <a:solidFill>
              <a:schemeClr val="lt1"/>
            </a:solidFill>
            <a:ln w="19050"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92" name="Google Shape;292;p70"/>
            <p:cNvSpPr/>
            <p:nvPr/>
          </p:nvSpPr>
          <p:spPr>
            <a:xfrm rot="-2700000">
              <a:off x="6747282" y="2329246"/>
              <a:ext cx="119701" cy="119701"/>
            </a:xfrm>
            <a:custGeom>
              <a:avLst/>
              <a:gdLst/>
              <a:ahLst/>
              <a:cxnLst/>
              <a:rect l="l" t="t" r="r" b="b"/>
              <a:pathLst>
                <a:path w="119634" h="119634" extrusionOk="0">
                  <a:moveTo>
                    <a:pt x="0" y="0"/>
                  </a:moveTo>
                  <a:lnTo>
                    <a:pt x="119634" y="0"/>
                  </a:lnTo>
                  <a:lnTo>
                    <a:pt x="119634" y="119634"/>
                  </a:lnTo>
                  <a:lnTo>
                    <a:pt x="0" y="119634"/>
                  </a:lnTo>
                  <a:close/>
                </a:path>
              </a:pathLst>
            </a:custGeom>
            <a:solidFill>
              <a:schemeClr val="lt1"/>
            </a:solidFill>
            <a:ln w="19050"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93" name="Google Shape;293;p70"/>
            <p:cNvSpPr/>
            <p:nvPr/>
          </p:nvSpPr>
          <p:spPr>
            <a:xfrm rot="-2700000">
              <a:off x="5042248" y="3034077"/>
              <a:ext cx="119701" cy="119701"/>
            </a:xfrm>
            <a:custGeom>
              <a:avLst/>
              <a:gdLst/>
              <a:ahLst/>
              <a:cxnLst/>
              <a:rect l="l" t="t" r="r" b="b"/>
              <a:pathLst>
                <a:path w="119634" h="119634" extrusionOk="0">
                  <a:moveTo>
                    <a:pt x="0" y="0"/>
                  </a:moveTo>
                  <a:lnTo>
                    <a:pt x="119634" y="0"/>
                  </a:lnTo>
                  <a:lnTo>
                    <a:pt x="119634" y="119634"/>
                  </a:lnTo>
                  <a:lnTo>
                    <a:pt x="0" y="119634"/>
                  </a:lnTo>
                  <a:close/>
                </a:path>
              </a:pathLst>
            </a:custGeom>
            <a:solidFill>
              <a:schemeClr val="lt1"/>
            </a:solidFill>
            <a:ln w="19050"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94" name="Google Shape;294;p70"/>
            <p:cNvSpPr/>
            <p:nvPr/>
          </p:nvSpPr>
          <p:spPr>
            <a:xfrm rot="-2700000">
              <a:off x="3222984" y="3796039"/>
              <a:ext cx="119701" cy="119701"/>
            </a:xfrm>
            <a:custGeom>
              <a:avLst/>
              <a:gdLst/>
              <a:ahLst/>
              <a:cxnLst/>
              <a:rect l="l" t="t" r="r" b="b"/>
              <a:pathLst>
                <a:path w="119634" h="119634" extrusionOk="0">
                  <a:moveTo>
                    <a:pt x="0" y="0"/>
                  </a:moveTo>
                  <a:lnTo>
                    <a:pt x="119634" y="0"/>
                  </a:lnTo>
                  <a:lnTo>
                    <a:pt x="119634" y="119634"/>
                  </a:lnTo>
                  <a:lnTo>
                    <a:pt x="0" y="119634"/>
                  </a:lnTo>
                  <a:close/>
                </a:path>
              </a:pathLst>
            </a:custGeom>
            <a:solidFill>
              <a:schemeClr val="lt1"/>
            </a:solidFill>
            <a:ln w="19050"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95"/>
        <p:cNvGrpSpPr/>
        <p:nvPr/>
      </p:nvGrpSpPr>
      <p:grpSpPr>
        <a:xfrm>
          <a:off x="0" y="0"/>
          <a:ext cx="0" cy="0"/>
          <a:chOff x="0" y="0"/>
          <a:chExt cx="0" cy="0"/>
        </a:xfrm>
      </p:grpSpPr>
      <p:grpSp>
        <p:nvGrpSpPr>
          <p:cNvPr id="296" name="Google Shape;296;p71"/>
          <p:cNvGrpSpPr/>
          <p:nvPr/>
        </p:nvGrpSpPr>
        <p:grpSpPr>
          <a:xfrm>
            <a:off x="0" y="0"/>
            <a:ext cx="9144000" cy="5142071"/>
            <a:chOff x="0" y="0"/>
            <a:chExt cx="12192000" cy="6856095"/>
          </a:xfrm>
        </p:grpSpPr>
        <p:grpSp>
          <p:nvGrpSpPr>
            <p:cNvPr id="297" name="Google Shape;297;p71"/>
            <p:cNvGrpSpPr/>
            <p:nvPr/>
          </p:nvGrpSpPr>
          <p:grpSpPr>
            <a:xfrm>
              <a:off x="11482324" y="0"/>
              <a:ext cx="6350" cy="6856095"/>
              <a:chOff x="11482324" y="0"/>
              <a:chExt cx="6350" cy="6856095"/>
            </a:xfrm>
          </p:grpSpPr>
          <p:sp>
            <p:nvSpPr>
              <p:cNvPr id="298" name="Google Shape;298;p71"/>
              <p:cNvSpPr/>
              <p:nvPr/>
            </p:nvSpPr>
            <p:spPr>
              <a:xfrm>
                <a:off x="11482324"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99" name="Google Shape;299;p71"/>
              <p:cNvSpPr/>
              <p:nvPr/>
            </p:nvSpPr>
            <p:spPr>
              <a:xfrm>
                <a:off x="11482324"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00" name="Google Shape;300;p71"/>
              <p:cNvSpPr/>
              <p:nvPr/>
            </p:nvSpPr>
            <p:spPr>
              <a:xfrm>
                <a:off x="11482324"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301" name="Google Shape;301;p71"/>
            <p:cNvGrpSpPr/>
            <p:nvPr/>
          </p:nvGrpSpPr>
          <p:grpSpPr>
            <a:xfrm>
              <a:off x="10502836" y="0"/>
              <a:ext cx="6350" cy="6856095"/>
              <a:chOff x="10502836" y="0"/>
              <a:chExt cx="6350" cy="6856095"/>
            </a:xfrm>
          </p:grpSpPr>
          <p:sp>
            <p:nvSpPr>
              <p:cNvPr id="302" name="Google Shape;302;p71"/>
              <p:cNvSpPr/>
              <p:nvPr/>
            </p:nvSpPr>
            <p:spPr>
              <a:xfrm>
                <a:off x="10502836"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03" name="Google Shape;303;p71"/>
              <p:cNvSpPr/>
              <p:nvPr/>
            </p:nvSpPr>
            <p:spPr>
              <a:xfrm>
                <a:off x="10502836"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04" name="Google Shape;304;p71"/>
              <p:cNvSpPr/>
              <p:nvPr/>
            </p:nvSpPr>
            <p:spPr>
              <a:xfrm>
                <a:off x="10502836"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305" name="Google Shape;305;p71"/>
            <p:cNvGrpSpPr/>
            <p:nvPr/>
          </p:nvGrpSpPr>
          <p:grpSpPr>
            <a:xfrm>
              <a:off x="9523412" y="0"/>
              <a:ext cx="6350" cy="6856095"/>
              <a:chOff x="9523412" y="0"/>
              <a:chExt cx="6350" cy="6856095"/>
            </a:xfrm>
          </p:grpSpPr>
          <p:sp>
            <p:nvSpPr>
              <p:cNvPr id="306" name="Google Shape;306;p71"/>
              <p:cNvSpPr/>
              <p:nvPr/>
            </p:nvSpPr>
            <p:spPr>
              <a:xfrm>
                <a:off x="9523412"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07" name="Google Shape;307;p71"/>
              <p:cNvSpPr/>
              <p:nvPr/>
            </p:nvSpPr>
            <p:spPr>
              <a:xfrm>
                <a:off x="9523412"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08" name="Google Shape;308;p71"/>
              <p:cNvSpPr/>
              <p:nvPr/>
            </p:nvSpPr>
            <p:spPr>
              <a:xfrm>
                <a:off x="9523412"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309" name="Google Shape;309;p71"/>
            <p:cNvGrpSpPr/>
            <p:nvPr/>
          </p:nvGrpSpPr>
          <p:grpSpPr>
            <a:xfrm>
              <a:off x="8543988" y="0"/>
              <a:ext cx="6350" cy="6856095"/>
              <a:chOff x="8543988" y="0"/>
              <a:chExt cx="6350" cy="6856095"/>
            </a:xfrm>
          </p:grpSpPr>
          <p:sp>
            <p:nvSpPr>
              <p:cNvPr id="310" name="Google Shape;310;p71"/>
              <p:cNvSpPr/>
              <p:nvPr/>
            </p:nvSpPr>
            <p:spPr>
              <a:xfrm>
                <a:off x="8543988"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11" name="Google Shape;311;p71"/>
              <p:cNvSpPr/>
              <p:nvPr/>
            </p:nvSpPr>
            <p:spPr>
              <a:xfrm>
                <a:off x="8543988"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12" name="Google Shape;312;p71"/>
              <p:cNvSpPr/>
              <p:nvPr/>
            </p:nvSpPr>
            <p:spPr>
              <a:xfrm>
                <a:off x="8543988"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313" name="Google Shape;313;p71"/>
            <p:cNvGrpSpPr/>
            <p:nvPr/>
          </p:nvGrpSpPr>
          <p:grpSpPr>
            <a:xfrm>
              <a:off x="7564564" y="0"/>
              <a:ext cx="6350" cy="6856095"/>
              <a:chOff x="7564564" y="0"/>
              <a:chExt cx="6350" cy="6856095"/>
            </a:xfrm>
          </p:grpSpPr>
          <p:sp>
            <p:nvSpPr>
              <p:cNvPr id="314" name="Google Shape;314;p71"/>
              <p:cNvSpPr/>
              <p:nvPr/>
            </p:nvSpPr>
            <p:spPr>
              <a:xfrm>
                <a:off x="7564564"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15" name="Google Shape;315;p71"/>
              <p:cNvSpPr/>
              <p:nvPr/>
            </p:nvSpPr>
            <p:spPr>
              <a:xfrm>
                <a:off x="7564564"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16" name="Google Shape;316;p71"/>
              <p:cNvSpPr/>
              <p:nvPr/>
            </p:nvSpPr>
            <p:spPr>
              <a:xfrm>
                <a:off x="7564564"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317" name="Google Shape;317;p71"/>
            <p:cNvGrpSpPr/>
            <p:nvPr/>
          </p:nvGrpSpPr>
          <p:grpSpPr>
            <a:xfrm>
              <a:off x="6585077" y="0"/>
              <a:ext cx="6350" cy="6856095"/>
              <a:chOff x="6585077" y="0"/>
              <a:chExt cx="6350" cy="6856095"/>
            </a:xfrm>
          </p:grpSpPr>
          <p:sp>
            <p:nvSpPr>
              <p:cNvPr id="318" name="Google Shape;318;p71"/>
              <p:cNvSpPr/>
              <p:nvPr/>
            </p:nvSpPr>
            <p:spPr>
              <a:xfrm>
                <a:off x="6585077"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19" name="Google Shape;319;p71"/>
              <p:cNvSpPr/>
              <p:nvPr/>
            </p:nvSpPr>
            <p:spPr>
              <a:xfrm>
                <a:off x="6585077"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20" name="Google Shape;320;p71"/>
              <p:cNvSpPr/>
              <p:nvPr/>
            </p:nvSpPr>
            <p:spPr>
              <a:xfrm>
                <a:off x="6585077"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321" name="Google Shape;321;p71"/>
            <p:cNvGrpSpPr/>
            <p:nvPr/>
          </p:nvGrpSpPr>
          <p:grpSpPr>
            <a:xfrm>
              <a:off x="5602224" y="0"/>
              <a:ext cx="6350" cy="6856095"/>
              <a:chOff x="5602224" y="0"/>
              <a:chExt cx="6350" cy="6856095"/>
            </a:xfrm>
          </p:grpSpPr>
          <p:sp>
            <p:nvSpPr>
              <p:cNvPr id="322" name="Google Shape;322;p71"/>
              <p:cNvSpPr/>
              <p:nvPr/>
            </p:nvSpPr>
            <p:spPr>
              <a:xfrm>
                <a:off x="5602224"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23" name="Google Shape;323;p71"/>
              <p:cNvSpPr/>
              <p:nvPr/>
            </p:nvSpPr>
            <p:spPr>
              <a:xfrm>
                <a:off x="5602224"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24" name="Google Shape;324;p71"/>
              <p:cNvSpPr/>
              <p:nvPr/>
            </p:nvSpPr>
            <p:spPr>
              <a:xfrm>
                <a:off x="5602224"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325" name="Google Shape;325;p71"/>
            <p:cNvGrpSpPr/>
            <p:nvPr/>
          </p:nvGrpSpPr>
          <p:grpSpPr>
            <a:xfrm>
              <a:off x="4622736" y="0"/>
              <a:ext cx="6350" cy="6856095"/>
              <a:chOff x="4622736" y="0"/>
              <a:chExt cx="6350" cy="6856095"/>
            </a:xfrm>
          </p:grpSpPr>
          <p:sp>
            <p:nvSpPr>
              <p:cNvPr id="326" name="Google Shape;326;p71"/>
              <p:cNvSpPr/>
              <p:nvPr/>
            </p:nvSpPr>
            <p:spPr>
              <a:xfrm>
                <a:off x="4622736"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27" name="Google Shape;327;p71"/>
              <p:cNvSpPr/>
              <p:nvPr/>
            </p:nvSpPr>
            <p:spPr>
              <a:xfrm>
                <a:off x="4622736"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28" name="Google Shape;328;p71"/>
              <p:cNvSpPr/>
              <p:nvPr/>
            </p:nvSpPr>
            <p:spPr>
              <a:xfrm>
                <a:off x="4622736"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329" name="Google Shape;329;p71"/>
            <p:cNvGrpSpPr/>
            <p:nvPr/>
          </p:nvGrpSpPr>
          <p:grpSpPr>
            <a:xfrm>
              <a:off x="3643312" y="0"/>
              <a:ext cx="6350" cy="6856095"/>
              <a:chOff x="3643312" y="0"/>
              <a:chExt cx="6350" cy="6856095"/>
            </a:xfrm>
          </p:grpSpPr>
          <p:sp>
            <p:nvSpPr>
              <p:cNvPr id="330" name="Google Shape;330;p71"/>
              <p:cNvSpPr/>
              <p:nvPr/>
            </p:nvSpPr>
            <p:spPr>
              <a:xfrm>
                <a:off x="3643312"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31" name="Google Shape;331;p71"/>
              <p:cNvSpPr/>
              <p:nvPr/>
            </p:nvSpPr>
            <p:spPr>
              <a:xfrm>
                <a:off x="3643312"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32" name="Google Shape;332;p71"/>
              <p:cNvSpPr/>
              <p:nvPr/>
            </p:nvSpPr>
            <p:spPr>
              <a:xfrm>
                <a:off x="3643312"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333" name="Google Shape;333;p71"/>
            <p:cNvGrpSpPr/>
            <p:nvPr/>
          </p:nvGrpSpPr>
          <p:grpSpPr>
            <a:xfrm>
              <a:off x="2663888" y="0"/>
              <a:ext cx="6350" cy="6856095"/>
              <a:chOff x="2663888" y="0"/>
              <a:chExt cx="6350" cy="6856095"/>
            </a:xfrm>
          </p:grpSpPr>
          <p:sp>
            <p:nvSpPr>
              <p:cNvPr id="334" name="Google Shape;334;p71"/>
              <p:cNvSpPr/>
              <p:nvPr/>
            </p:nvSpPr>
            <p:spPr>
              <a:xfrm>
                <a:off x="2663888"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35" name="Google Shape;335;p71"/>
              <p:cNvSpPr/>
              <p:nvPr/>
            </p:nvSpPr>
            <p:spPr>
              <a:xfrm>
                <a:off x="2663888"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36" name="Google Shape;336;p71"/>
              <p:cNvSpPr/>
              <p:nvPr/>
            </p:nvSpPr>
            <p:spPr>
              <a:xfrm>
                <a:off x="2663888"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337" name="Google Shape;337;p71"/>
            <p:cNvGrpSpPr/>
            <p:nvPr/>
          </p:nvGrpSpPr>
          <p:grpSpPr>
            <a:xfrm>
              <a:off x="1684464" y="0"/>
              <a:ext cx="6350" cy="6856095"/>
              <a:chOff x="1684464" y="0"/>
              <a:chExt cx="6350" cy="6856095"/>
            </a:xfrm>
          </p:grpSpPr>
          <p:sp>
            <p:nvSpPr>
              <p:cNvPr id="338" name="Google Shape;338;p71"/>
              <p:cNvSpPr/>
              <p:nvPr/>
            </p:nvSpPr>
            <p:spPr>
              <a:xfrm>
                <a:off x="1684464"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39" name="Google Shape;339;p71"/>
              <p:cNvSpPr/>
              <p:nvPr/>
            </p:nvSpPr>
            <p:spPr>
              <a:xfrm>
                <a:off x="1684464"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40" name="Google Shape;340;p71"/>
              <p:cNvSpPr/>
              <p:nvPr/>
            </p:nvSpPr>
            <p:spPr>
              <a:xfrm>
                <a:off x="1684464"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341" name="Google Shape;341;p71"/>
            <p:cNvGrpSpPr/>
            <p:nvPr/>
          </p:nvGrpSpPr>
          <p:grpSpPr>
            <a:xfrm>
              <a:off x="704977" y="0"/>
              <a:ext cx="6350" cy="6856095"/>
              <a:chOff x="704977" y="0"/>
              <a:chExt cx="6350" cy="6856095"/>
            </a:xfrm>
          </p:grpSpPr>
          <p:sp>
            <p:nvSpPr>
              <p:cNvPr id="342" name="Google Shape;342;p71"/>
              <p:cNvSpPr/>
              <p:nvPr/>
            </p:nvSpPr>
            <p:spPr>
              <a:xfrm>
                <a:off x="704977"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43" name="Google Shape;343;p71"/>
              <p:cNvSpPr/>
              <p:nvPr/>
            </p:nvSpPr>
            <p:spPr>
              <a:xfrm>
                <a:off x="704977"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44" name="Google Shape;344;p71"/>
              <p:cNvSpPr/>
              <p:nvPr/>
            </p:nvSpPr>
            <p:spPr>
              <a:xfrm>
                <a:off x="704977"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345" name="Google Shape;345;p71"/>
            <p:cNvGrpSpPr/>
            <p:nvPr/>
          </p:nvGrpSpPr>
          <p:grpSpPr>
            <a:xfrm>
              <a:off x="0" y="6093333"/>
              <a:ext cx="12192000" cy="6350"/>
              <a:chOff x="0" y="6093333"/>
              <a:chExt cx="12192000" cy="6350"/>
            </a:xfrm>
          </p:grpSpPr>
          <p:sp>
            <p:nvSpPr>
              <p:cNvPr id="346" name="Google Shape;346;p71"/>
              <p:cNvSpPr/>
              <p:nvPr/>
            </p:nvSpPr>
            <p:spPr>
              <a:xfrm>
                <a:off x="12169775" y="6093333"/>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47" name="Google Shape;347;p71"/>
              <p:cNvSpPr/>
              <p:nvPr/>
            </p:nvSpPr>
            <p:spPr>
              <a:xfrm>
                <a:off x="44450" y="6093333"/>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48" name="Google Shape;348;p71"/>
              <p:cNvSpPr/>
              <p:nvPr/>
            </p:nvSpPr>
            <p:spPr>
              <a:xfrm>
                <a:off x="0" y="6093333"/>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349" name="Google Shape;349;p71"/>
            <p:cNvGrpSpPr/>
            <p:nvPr/>
          </p:nvGrpSpPr>
          <p:grpSpPr>
            <a:xfrm>
              <a:off x="0" y="5330571"/>
              <a:ext cx="12192000" cy="6350"/>
              <a:chOff x="0" y="5330571"/>
              <a:chExt cx="12192000" cy="6350"/>
            </a:xfrm>
          </p:grpSpPr>
          <p:sp>
            <p:nvSpPr>
              <p:cNvPr id="350" name="Google Shape;350;p71"/>
              <p:cNvSpPr/>
              <p:nvPr/>
            </p:nvSpPr>
            <p:spPr>
              <a:xfrm>
                <a:off x="12169775" y="5330571"/>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51" name="Google Shape;351;p71"/>
              <p:cNvSpPr/>
              <p:nvPr/>
            </p:nvSpPr>
            <p:spPr>
              <a:xfrm>
                <a:off x="44450" y="5330571"/>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52" name="Google Shape;352;p71"/>
              <p:cNvSpPr/>
              <p:nvPr/>
            </p:nvSpPr>
            <p:spPr>
              <a:xfrm>
                <a:off x="0" y="5330571"/>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353" name="Google Shape;353;p71"/>
            <p:cNvGrpSpPr/>
            <p:nvPr/>
          </p:nvGrpSpPr>
          <p:grpSpPr>
            <a:xfrm>
              <a:off x="0" y="4567872"/>
              <a:ext cx="12192000" cy="6350"/>
              <a:chOff x="0" y="4567872"/>
              <a:chExt cx="12192000" cy="6350"/>
            </a:xfrm>
          </p:grpSpPr>
          <p:sp>
            <p:nvSpPr>
              <p:cNvPr id="354" name="Google Shape;354;p71"/>
              <p:cNvSpPr/>
              <p:nvPr/>
            </p:nvSpPr>
            <p:spPr>
              <a:xfrm>
                <a:off x="12169775" y="4567872"/>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55" name="Google Shape;355;p71"/>
              <p:cNvSpPr/>
              <p:nvPr/>
            </p:nvSpPr>
            <p:spPr>
              <a:xfrm>
                <a:off x="44450" y="4567872"/>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56" name="Google Shape;356;p71"/>
              <p:cNvSpPr/>
              <p:nvPr/>
            </p:nvSpPr>
            <p:spPr>
              <a:xfrm>
                <a:off x="0" y="4567872"/>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357" name="Google Shape;357;p71"/>
            <p:cNvGrpSpPr/>
            <p:nvPr/>
          </p:nvGrpSpPr>
          <p:grpSpPr>
            <a:xfrm>
              <a:off x="0" y="3805110"/>
              <a:ext cx="12192000" cy="6350"/>
              <a:chOff x="0" y="3805110"/>
              <a:chExt cx="12192000" cy="6350"/>
            </a:xfrm>
          </p:grpSpPr>
          <p:sp>
            <p:nvSpPr>
              <p:cNvPr id="358" name="Google Shape;358;p71"/>
              <p:cNvSpPr/>
              <p:nvPr/>
            </p:nvSpPr>
            <p:spPr>
              <a:xfrm>
                <a:off x="12169775" y="3805110"/>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59" name="Google Shape;359;p71"/>
              <p:cNvSpPr/>
              <p:nvPr/>
            </p:nvSpPr>
            <p:spPr>
              <a:xfrm>
                <a:off x="44450" y="3805110"/>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60" name="Google Shape;360;p71"/>
              <p:cNvSpPr/>
              <p:nvPr/>
            </p:nvSpPr>
            <p:spPr>
              <a:xfrm>
                <a:off x="0" y="3805110"/>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361" name="Google Shape;361;p71"/>
            <p:cNvGrpSpPr/>
            <p:nvPr/>
          </p:nvGrpSpPr>
          <p:grpSpPr>
            <a:xfrm>
              <a:off x="0" y="3050921"/>
              <a:ext cx="12192000" cy="6350"/>
              <a:chOff x="0" y="3050921"/>
              <a:chExt cx="12192000" cy="6350"/>
            </a:xfrm>
          </p:grpSpPr>
          <p:sp>
            <p:nvSpPr>
              <p:cNvPr id="362" name="Google Shape;362;p71"/>
              <p:cNvSpPr/>
              <p:nvPr/>
            </p:nvSpPr>
            <p:spPr>
              <a:xfrm>
                <a:off x="12169775" y="3050921"/>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63" name="Google Shape;363;p71"/>
              <p:cNvSpPr/>
              <p:nvPr/>
            </p:nvSpPr>
            <p:spPr>
              <a:xfrm>
                <a:off x="44450" y="3050921"/>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64" name="Google Shape;364;p71"/>
              <p:cNvSpPr/>
              <p:nvPr/>
            </p:nvSpPr>
            <p:spPr>
              <a:xfrm>
                <a:off x="0" y="3050921"/>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365" name="Google Shape;365;p71"/>
            <p:cNvGrpSpPr/>
            <p:nvPr/>
          </p:nvGrpSpPr>
          <p:grpSpPr>
            <a:xfrm>
              <a:off x="0" y="2288222"/>
              <a:ext cx="12192000" cy="6350"/>
              <a:chOff x="0" y="2288222"/>
              <a:chExt cx="12192000" cy="6350"/>
            </a:xfrm>
          </p:grpSpPr>
          <p:sp>
            <p:nvSpPr>
              <p:cNvPr id="366" name="Google Shape;366;p71"/>
              <p:cNvSpPr/>
              <p:nvPr/>
            </p:nvSpPr>
            <p:spPr>
              <a:xfrm>
                <a:off x="12169775" y="2288222"/>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67" name="Google Shape;367;p71"/>
              <p:cNvSpPr/>
              <p:nvPr/>
            </p:nvSpPr>
            <p:spPr>
              <a:xfrm>
                <a:off x="44450" y="2288222"/>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68" name="Google Shape;368;p71"/>
              <p:cNvSpPr/>
              <p:nvPr/>
            </p:nvSpPr>
            <p:spPr>
              <a:xfrm>
                <a:off x="0" y="2288222"/>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369" name="Google Shape;369;p71"/>
            <p:cNvGrpSpPr/>
            <p:nvPr/>
          </p:nvGrpSpPr>
          <p:grpSpPr>
            <a:xfrm>
              <a:off x="0" y="1525460"/>
              <a:ext cx="12192000" cy="6350"/>
              <a:chOff x="0" y="1525460"/>
              <a:chExt cx="12192000" cy="6350"/>
            </a:xfrm>
          </p:grpSpPr>
          <p:sp>
            <p:nvSpPr>
              <p:cNvPr id="370" name="Google Shape;370;p71"/>
              <p:cNvSpPr/>
              <p:nvPr/>
            </p:nvSpPr>
            <p:spPr>
              <a:xfrm>
                <a:off x="12169775" y="1525460"/>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71" name="Google Shape;371;p71"/>
              <p:cNvSpPr/>
              <p:nvPr/>
            </p:nvSpPr>
            <p:spPr>
              <a:xfrm>
                <a:off x="44450" y="1525460"/>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72" name="Google Shape;372;p71"/>
              <p:cNvSpPr/>
              <p:nvPr/>
            </p:nvSpPr>
            <p:spPr>
              <a:xfrm>
                <a:off x="0" y="1525460"/>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373" name="Google Shape;373;p71"/>
            <p:cNvGrpSpPr/>
            <p:nvPr/>
          </p:nvGrpSpPr>
          <p:grpSpPr>
            <a:xfrm>
              <a:off x="0" y="762762"/>
              <a:ext cx="12192000" cy="6350"/>
              <a:chOff x="0" y="762762"/>
              <a:chExt cx="12192000" cy="6350"/>
            </a:xfrm>
          </p:grpSpPr>
          <p:sp>
            <p:nvSpPr>
              <p:cNvPr id="374" name="Google Shape;374;p71"/>
              <p:cNvSpPr/>
              <p:nvPr/>
            </p:nvSpPr>
            <p:spPr>
              <a:xfrm>
                <a:off x="12169775" y="762762"/>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75" name="Google Shape;375;p71"/>
              <p:cNvSpPr/>
              <p:nvPr/>
            </p:nvSpPr>
            <p:spPr>
              <a:xfrm>
                <a:off x="44450" y="762762"/>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76" name="Google Shape;376;p71"/>
              <p:cNvSpPr/>
              <p:nvPr/>
            </p:nvSpPr>
            <p:spPr>
              <a:xfrm>
                <a:off x="0" y="762762"/>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sp>
        <p:nvSpPr>
          <p:cNvPr id="377" name="Google Shape;377;p71"/>
          <p:cNvSpPr/>
          <p:nvPr/>
        </p:nvSpPr>
        <p:spPr>
          <a:xfrm>
            <a:off x="535200" y="578100"/>
            <a:ext cx="8073600" cy="3987300"/>
          </a:xfrm>
          <a:prstGeom prst="rect">
            <a:avLst/>
          </a:prstGeom>
          <a:solidFill>
            <a:schemeClr val="lt1"/>
          </a:solidFill>
          <a:ln>
            <a:noFill/>
          </a:ln>
          <a:effectLst>
            <a:outerShdw blurRad="285750" dist="19050" dir="5400000" algn="bl" rotWithShape="0">
              <a:schemeClr val="dk1">
                <a:alpha val="49411"/>
              </a:scheme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grpSp>
        <p:nvGrpSpPr>
          <p:cNvPr id="378" name="Google Shape;378;p71"/>
          <p:cNvGrpSpPr/>
          <p:nvPr/>
        </p:nvGrpSpPr>
        <p:grpSpPr>
          <a:xfrm>
            <a:off x="-1303200" y="-417548"/>
            <a:ext cx="3810000" cy="1517665"/>
            <a:chOff x="2287428" y="3290125"/>
            <a:chExt cx="7620000" cy="3035331"/>
          </a:xfrm>
        </p:grpSpPr>
        <p:sp>
          <p:nvSpPr>
            <p:cNvPr id="379" name="Google Shape;379;p71"/>
            <p:cNvSpPr/>
            <p:nvPr/>
          </p:nvSpPr>
          <p:spPr>
            <a:xfrm>
              <a:off x="2287428" y="3290125"/>
              <a:ext cx="7620000" cy="3035331"/>
            </a:xfrm>
            <a:custGeom>
              <a:avLst/>
              <a:gdLst/>
              <a:ahLst/>
              <a:cxnLst/>
              <a:rect l="l" t="t" r="r" b="b"/>
              <a:pathLst>
                <a:path w="7620000" h="3035331" extrusionOk="0">
                  <a:moveTo>
                    <a:pt x="0" y="2991231"/>
                  </a:moveTo>
                  <a:lnTo>
                    <a:pt x="990314" y="3035332"/>
                  </a:lnTo>
                  <a:lnTo>
                    <a:pt x="1611058" y="2049875"/>
                  </a:lnTo>
                  <a:lnTo>
                    <a:pt x="2812733" y="2710529"/>
                  </a:lnTo>
                  <a:lnTo>
                    <a:pt x="3608832" y="1627441"/>
                  </a:lnTo>
                  <a:lnTo>
                    <a:pt x="4511802" y="1627441"/>
                  </a:lnTo>
                  <a:lnTo>
                    <a:pt x="5576411" y="425958"/>
                  </a:lnTo>
                  <a:lnTo>
                    <a:pt x="6919342" y="748760"/>
                  </a:lnTo>
                  <a:lnTo>
                    <a:pt x="7620000" y="0"/>
                  </a:lnTo>
                </a:path>
              </a:pathLst>
            </a:custGeom>
            <a:noFill/>
            <a:ln w="19050" cap="flat" cmpd="sng">
              <a:solidFill>
                <a:schemeClr val="dk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80" name="Google Shape;380;p71"/>
            <p:cNvSpPr/>
            <p:nvPr/>
          </p:nvSpPr>
          <p:spPr>
            <a:xfrm>
              <a:off x="3811238" y="5269801"/>
              <a:ext cx="185737" cy="185737"/>
            </a:xfrm>
            <a:custGeom>
              <a:avLst/>
              <a:gdLst/>
              <a:ahLst/>
              <a:cxnLst/>
              <a:rect l="l" t="t" r="r" b="b"/>
              <a:pathLst>
                <a:path w="185737" h="185737" extrusionOk="0">
                  <a:moveTo>
                    <a:pt x="185738" y="92869"/>
                  </a:moveTo>
                  <a:cubicBezTo>
                    <a:pt x="185738" y="144159"/>
                    <a:pt x="144159" y="185738"/>
                    <a:pt x="92869" y="185738"/>
                  </a:cubicBezTo>
                  <a:cubicBezTo>
                    <a:pt x="41579" y="185738"/>
                    <a:pt x="0" y="144159"/>
                    <a:pt x="0" y="92869"/>
                  </a:cubicBezTo>
                  <a:cubicBezTo>
                    <a:pt x="0" y="41579"/>
                    <a:pt x="41579" y="0"/>
                    <a:pt x="92869" y="0"/>
                  </a:cubicBezTo>
                  <a:cubicBezTo>
                    <a:pt x="144159" y="0"/>
                    <a:pt x="185738" y="41579"/>
                    <a:pt x="185738" y="92869"/>
                  </a:cubicBezTo>
                  <a:close/>
                </a:path>
              </a:pathLst>
            </a:custGeom>
            <a:solidFill>
              <a:schemeClr val="lt2"/>
            </a:solidFill>
            <a:ln w="19050" cap="flat" cmpd="sng">
              <a:solidFill>
                <a:schemeClr val="dk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81" name="Google Shape;381;p71"/>
            <p:cNvSpPr/>
            <p:nvPr/>
          </p:nvSpPr>
          <p:spPr>
            <a:xfrm>
              <a:off x="5801963" y="4822126"/>
              <a:ext cx="185737" cy="185737"/>
            </a:xfrm>
            <a:custGeom>
              <a:avLst/>
              <a:gdLst/>
              <a:ahLst/>
              <a:cxnLst/>
              <a:rect l="l" t="t" r="r" b="b"/>
              <a:pathLst>
                <a:path w="185737" h="185737" extrusionOk="0">
                  <a:moveTo>
                    <a:pt x="185738" y="92869"/>
                  </a:moveTo>
                  <a:cubicBezTo>
                    <a:pt x="185738" y="144159"/>
                    <a:pt x="144159" y="185738"/>
                    <a:pt x="92869" y="185738"/>
                  </a:cubicBezTo>
                  <a:cubicBezTo>
                    <a:pt x="41579" y="185738"/>
                    <a:pt x="0" y="144159"/>
                    <a:pt x="0" y="92869"/>
                  </a:cubicBezTo>
                  <a:cubicBezTo>
                    <a:pt x="0" y="41579"/>
                    <a:pt x="41579" y="0"/>
                    <a:pt x="92869" y="0"/>
                  </a:cubicBezTo>
                  <a:cubicBezTo>
                    <a:pt x="144159" y="0"/>
                    <a:pt x="185738" y="41579"/>
                    <a:pt x="185738" y="92869"/>
                  </a:cubicBezTo>
                  <a:close/>
                </a:path>
              </a:pathLst>
            </a:custGeom>
            <a:solidFill>
              <a:schemeClr val="lt2"/>
            </a:solidFill>
            <a:ln w="19050" cap="flat" cmpd="sng">
              <a:solidFill>
                <a:schemeClr val="dk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82" name="Google Shape;382;p71"/>
            <p:cNvSpPr/>
            <p:nvPr/>
          </p:nvSpPr>
          <p:spPr>
            <a:xfrm>
              <a:off x="7783163" y="3641026"/>
              <a:ext cx="185737" cy="185737"/>
            </a:xfrm>
            <a:custGeom>
              <a:avLst/>
              <a:gdLst/>
              <a:ahLst/>
              <a:cxnLst/>
              <a:rect l="l" t="t" r="r" b="b"/>
              <a:pathLst>
                <a:path w="185737" h="185737" extrusionOk="0">
                  <a:moveTo>
                    <a:pt x="185738" y="92869"/>
                  </a:moveTo>
                  <a:cubicBezTo>
                    <a:pt x="185738" y="144159"/>
                    <a:pt x="144159" y="185738"/>
                    <a:pt x="92869" y="185738"/>
                  </a:cubicBezTo>
                  <a:cubicBezTo>
                    <a:pt x="41579" y="185738"/>
                    <a:pt x="0" y="144159"/>
                    <a:pt x="0" y="92869"/>
                  </a:cubicBezTo>
                  <a:cubicBezTo>
                    <a:pt x="0" y="41579"/>
                    <a:pt x="41579" y="0"/>
                    <a:pt x="92869" y="0"/>
                  </a:cubicBezTo>
                  <a:cubicBezTo>
                    <a:pt x="144159" y="0"/>
                    <a:pt x="185738" y="41579"/>
                    <a:pt x="185738" y="92869"/>
                  </a:cubicBezTo>
                  <a:close/>
                </a:path>
              </a:pathLst>
            </a:custGeom>
            <a:solidFill>
              <a:schemeClr val="lt2"/>
            </a:solidFill>
            <a:ln w="19050" cap="flat" cmpd="sng">
              <a:solidFill>
                <a:schemeClr val="dk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sp>
        <p:nvSpPr>
          <p:cNvPr id="383" name="Google Shape;383;p71"/>
          <p:cNvSpPr txBox="1">
            <a:spLocks noGrp="1"/>
          </p:cNvSpPr>
          <p:nvPr>
            <p:ph type="title"/>
          </p:nvPr>
        </p:nvSpPr>
        <p:spPr>
          <a:xfrm>
            <a:off x="716550" y="539500"/>
            <a:ext cx="77109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a:endParaRPr/>
          </a:p>
        </p:txBody>
      </p:sp>
      <p:sp>
        <p:nvSpPr>
          <p:cNvPr id="384" name="Google Shape;384;p71"/>
          <p:cNvSpPr txBox="1">
            <a:spLocks noGrp="1"/>
          </p:cNvSpPr>
          <p:nvPr>
            <p:ph type="subTitle" idx="1"/>
          </p:nvPr>
        </p:nvSpPr>
        <p:spPr>
          <a:xfrm>
            <a:off x="720000" y="1547900"/>
            <a:ext cx="4197600" cy="22983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Clr>
                <a:schemeClr val="accent1"/>
              </a:buClr>
              <a:buSzPts val="1600"/>
              <a:buFont typeface="Albert Sans Light"/>
              <a:buChar char="●"/>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400"/>
              <a:buFont typeface="Nunito Light"/>
              <a:buChar char="○"/>
              <a:defRPr/>
            </a:lvl5pPr>
            <a:lvl6pPr lvl="5" algn="ctr">
              <a:lnSpc>
                <a:spcPct val="100000"/>
              </a:lnSpc>
              <a:spcBef>
                <a:spcPts val="0"/>
              </a:spcBef>
              <a:spcAft>
                <a:spcPts val="0"/>
              </a:spcAft>
              <a:buClr>
                <a:srgbClr val="999999"/>
              </a:buClr>
              <a:buSzPts val="14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400"/>
              <a:buFont typeface="Nunito Light"/>
              <a:buChar char="■"/>
              <a:defRPr/>
            </a:lvl9pPr>
          </a:lstStyle>
          <a:p>
            <a:endParaRPr/>
          </a:p>
        </p:txBody>
      </p:sp>
      <p:sp>
        <p:nvSpPr>
          <p:cNvPr id="385" name="Google Shape;385;p71"/>
          <p:cNvSpPr>
            <a:spLocks noGrp="1"/>
          </p:cNvSpPr>
          <p:nvPr>
            <p:ph type="pic" idx="2"/>
          </p:nvPr>
        </p:nvSpPr>
        <p:spPr>
          <a:xfrm>
            <a:off x="5230200" y="1101000"/>
            <a:ext cx="2908500" cy="2941500"/>
          </a:xfrm>
          <a:prstGeom prst="rect">
            <a:avLst/>
          </a:prstGeom>
          <a:noFill/>
          <a:ln w="9525" cap="flat" cmpd="sng">
            <a:solidFill>
              <a:schemeClr val="dk2"/>
            </a:solidFill>
            <a:prstDash val="dash"/>
            <a:round/>
            <a:headEnd type="none" w="sm" len="sm"/>
            <a:tailEnd type="none" w="sm" len="sm"/>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386"/>
        <p:cNvGrpSpPr/>
        <p:nvPr/>
      </p:nvGrpSpPr>
      <p:grpSpPr>
        <a:xfrm>
          <a:off x="0" y="0"/>
          <a:ext cx="0" cy="0"/>
          <a:chOff x="0" y="0"/>
          <a:chExt cx="0" cy="0"/>
        </a:xfrm>
      </p:grpSpPr>
      <p:grpSp>
        <p:nvGrpSpPr>
          <p:cNvPr id="387" name="Google Shape;387;p72"/>
          <p:cNvGrpSpPr/>
          <p:nvPr/>
        </p:nvGrpSpPr>
        <p:grpSpPr>
          <a:xfrm>
            <a:off x="0" y="0"/>
            <a:ext cx="9144000" cy="5142071"/>
            <a:chOff x="0" y="0"/>
            <a:chExt cx="12192000" cy="6856095"/>
          </a:xfrm>
        </p:grpSpPr>
        <p:grpSp>
          <p:nvGrpSpPr>
            <p:cNvPr id="388" name="Google Shape;388;p72"/>
            <p:cNvGrpSpPr/>
            <p:nvPr/>
          </p:nvGrpSpPr>
          <p:grpSpPr>
            <a:xfrm>
              <a:off x="11482324" y="0"/>
              <a:ext cx="6350" cy="6856095"/>
              <a:chOff x="11482324" y="0"/>
              <a:chExt cx="6350" cy="6856095"/>
            </a:xfrm>
          </p:grpSpPr>
          <p:sp>
            <p:nvSpPr>
              <p:cNvPr id="389" name="Google Shape;389;p72"/>
              <p:cNvSpPr/>
              <p:nvPr/>
            </p:nvSpPr>
            <p:spPr>
              <a:xfrm>
                <a:off x="11482324"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90" name="Google Shape;390;p72"/>
              <p:cNvSpPr/>
              <p:nvPr/>
            </p:nvSpPr>
            <p:spPr>
              <a:xfrm>
                <a:off x="11482324"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91" name="Google Shape;391;p72"/>
              <p:cNvSpPr/>
              <p:nvPr/>
            </p:nvSpPr>
            <p:spPr>
              <a:xfrm>
                <a:off x="11482324"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392" name="Google Shape;392;p72"/>
            <p:cNvGrpSpPr/>
            <p:nvPr/>
          </p:nvGrpSpPr>
          <p:grpSpPr>
            <a:xfrm>
              <a:off x="10502836" y="0"/>
              <a:ext cx="6350" cy="6856095"/>
              <a:chOff x="10502836" y="0"/>
              <a:chExt cx="6350" cy="6856095"/>
            </a:xfrm>
          </p:grpSpPr>
          <p:sp>
            <p:nvSpPr>
              <p:cNvPr id="393" name="Google Shape;393;p72"/>
              <p:cNvSpPr/>
              <p:nvPr/>
            </p:nvSpPr>
            <p:spPr>
              <a:xfrm>
                <a:off x="10502836"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94" name="Google Shape;394;p72"/>
              <p:cNvSpPr/>
              <p:nvPr/>
            </p:nvSpPr>
            <p:spPr>
              <a:xfrm>
                <a:off x="10502836"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95" name="Google Shape;395;p72"/>
              <p:cNvSpPr/>
              <p:nvPr/>
            </p:nvSpPr>
            <p:spPr>
              <a:xfrm>
                <a:off x="10502836"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396" name="Google Shape;396;p72"/>
            <p:cNvGrpSpPr/>
            <p:nvPr/>
          </p:nvGrpSpPr>
          <p:grpSpPr>
            <a:xfrm>
              <a:off x="9523412" y="0"/>
              <a:ext cx="6350" cy="6856095"/>
              <a:chOff x="9523412" y="0"/>
              <a:chExt cx="6350" cy="6856095"/>
            </a:xfrm>
          </p:grpSpPr>
          <p:sp>
            <p:nvSpPr>
              <p:cNvPr id="397" name="Google Shape;397;p72"/>
              <p:cNvSpPr/>
              <p:nvPr/>
            </p:nvSpPr>
            <p:spPr>
              <a:xfrm>
                <a:off x="9523412"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98" name="Google Shape;398;p72"/>
              <p:cNvSpPr/>
              <p:nvPr/>
            </p:nvSpPr>
            <p:spPr>
              <a:xfrm>
                <a:off x="9523412"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99" name="Google Shape;399;p72"/>
              <p:cNvSpPr/>
              <p:nvPr/>
            </p:nvSpPr>
            <p:spPr>
              <a:xfrm>
                <a:off x="9523412"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400" name="Google Shape;400;p72"/>
            <p:cNvGrpSpPr/>
            <p:nvPr/>
          </p:nvGrpSpPr>
          <p:grpSpPr>
            <a:xfrm>
              <a:off x="8543988" y="0"/>
              <a:ext cx="6350" cy="6856095"/>
              <a:chOff x="8543988" y="0"/>
              <a:chExt cx="6350" cy="6856095"/>
            </a:xfrm>
          </p:grpSpPr>
          <p:sp>
            <p:nvSpPr>
              <p:cNvPr id="401" name="Google Shape;401;p72"/>
              <p:cNvSpPr/>
              <p:nvPr/>
            </p:nvSpPr>
            <p:spPr>
              <a:xfrm>
                <a:off x="8543988"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02" name="Google Shape;402;p72"/>
              <p:cNvSpPr/>
              <p:nvPr/>
            </p:nvSpPr>
            <p:spPr>
              <a:xfrm>
                <a:off x="8543988"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03" name="Google Shape;403;p72"/>
              <p:cNvSpPr/>
              <p:nvPr/>
            </p:nvSpPr>
            <p:spPr>
              <a:xfrm>
                <a:off x="8543988"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404" name="Google Shape;404;p72"/>
            <p:cNvGrpSpPr/>
            <p:nvPr/>
          </p:nvGrpSpPr>
          <p:grpSpPr>
            <a:xfrm>
              <a:off x="7564564" y="0"/>
              <a:ext cx="6350" cy="6856095"/>
              <a:chOff x="7564564" y="0"/>
              <a:chExt cx="6350" cy="6856095"/>
            </a:xfrm>
          </p:grpSpPr>
          <p:sp>
            <p:nvSpPr>
              <p:cNvPr id="405" name="Google Shape;405;p72"/>
              <p:cNvSpPr/>
              <p:nvPr/>
            </p:nvSpPr>
            <p:spPr>
              <a:xfrm>
                <a:off x="7564564"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06" name="Google Shape;406;p72"/>
              <p:cNvSpPr/>
              <p:nvPr/>
            </p:nvSpPr>
            <p:spPr>
              <a:xfrm>
                <a:off x="7564564"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07" name="Google Shape;407;p72"/>
              <p:cNvSpPr/>
              <p:nvPr/>
            </p:nvSpPr>
            <p:spPr>
              <a:xfrm>
                <a:off x="7564564"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408" name="Google Shape;408;p72"/>
            <p:cNvGrpSpPr/>
            <p:nvPr/>
          </p:nvGrpSpPr>
          <p:grpSpPr>
            <a:xfrm>
              <a:off x="6585077" y="0"/>
              <a:ext cx="6350" cy="6856095"/>
              <a:chOff x="6585077" y="0"/>
              <a:chExt cx="6350" cy="6856095"/>
            </a:xfrm>
          </p:grpSpPr>
          <p:sp>
            <p:nvSpPr>
              <p:cNvPr id="409" name="Google Shape;409;p72"/>
              <p:cNvSpPr/>
              <p:nvPr/>
            </p:nvSpPr>
            <p:spPr>
              <a:xfrm>
                <a:off x="6585077"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10" name="Google Shape;410;p72"/>
              <p:cNvSpPr/>
              <p:nvPr/>
            </p:nvSpPr>
            <p:spPr>
              <a:xfrm>
                <a:off x="6585077"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11" name="Google Shape;411;p72"/>
              <p:cNvSpPr/>
              <p:nvPr/>
            </p:nvSpPr>
            <p:spPr>
              <a:xfrm>
                <a:off x="6585077"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412" name="Google Shape;412;p72"/>
            <p:cNvGrpSpPr/>
            <p:nvPr/>
          </p:nvGrpSpPr>
          <p:grpSpPr>
            <a:xfrm>
              <a:off x="5602224" y="0"/>
              <a:ext cx="6350" cy="6856095"/>
              <a:chOff x="5602224" y="0"/>
              <a:chExt cx="6350" cy="6856095"/>
            </a:xfrm>
          </p:grpSpPr>
          <p:sp>
            <p:nvSpPr>
              <p:cNvPr id="413" name="Google Shape;413;p72"/>
              <p:cNvSpPr/>
              <p:nvPr/>
            </p:nvSpPr>
            <p:spPr>
              <a:xfrm>
                <a:off x="5602224"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14" name="Google Shape;414;p72"/>
              <p:cNvSpPr/>
              <p:nvPr/>
            </p:nvSpPr>
            <p:spPr>
              <a:xfrm>
                <a:off x="5602224"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15" name="Google Shape;415;p72"/>
              <p:cNvSpPr/>
              <p:nvPr/>
            </p:nvSpPr>
            <p:spPr>
              <a:xfrm>
                <a:off x="5602224"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416" name="Google Shape;416;p72"/>
            <p:cNvGrpSpPr/>
            <p:nvPr/>
          </p:nvGrpSpPr>
          <p:grpSpPr>
            <a:xfrm>
              <a:off x="4622736" y="0"/>
              <a:ext cx="6350" cy="6856095"/>
              <a:chOff x="4622736" y="0"/>
              <a:chExt cx="6350" cy="6856095"/>
            </a:xfrm>
          </p:grpSpPr>
          <p:sp>
            <p:nvSpPr>
              <p:cNvPr id="417" name="Google Shape;417;p72"/>
              <p:cNvSpPr/>
              <p:nvPr/>
            </p:nvSpPr>
            <p:spPr>
              <a:xfrm>
                <a:off x="4622736"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18" name="Google Shape;418;p72"/>
              <p:cNvSpPr/>
              <p:nvPr/>
            </p:nvSpPr>
            <p:spPr>
              <a:xfrm>
                <a:off x="4622736"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19" name="Google Shape;419;p72"/>
              <p:cNvSpPr/>
              <p:nvPr/>
            </p:nvSpPr>
            <p:spPr>
              <a:xfrm>
                <a:off x="4622736"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420" name="Google Shape;420;p72"/>
            <p:cNvGrpSpPr/>
            <p:nvPr/>
          </p:nvGrpSpPr>
          <p:grpSpPr>
            <a:xfrm>
              <a:off x="3643312" y="0"/>
              <a:ext cx="6350" cy="6856095"/>
              <a:chOff x="3643312" y="0"/>
              <a:chExt cx="6350" cy="6856095"/>
            </a:xfrm>
          </p:grpSpPr>
          <p:sp>
            <p:nvSpPr>
              <p:cNvPr id="421" name="Google Shape;421;p72"/>
              <p:cNvSpPr/>
              <p:nvPr/>
            </p:nvSpPr>
            <p:spPr>
              <a:xfrm>
                <a:off x="3643312"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22" name="Google Shape;422;p72"/>
              <p:cNvSpPr/>
              <p:nvPr/>
            </p:nvSpPr>
            <p:spPr>
              <a:xfrm>
                <a:off x="3643312"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23" name="Google Shape;423;p72"/>
              <p:cNvSpPr/>
              <p:nvPr/>
            </p:nvSpPr>
            <p:spPr>
              <a:xfrm>
                <a:off x="3643312"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424" name="Google Shape;424;p72"/>
            <p:cNvGrpSpPr/>
            <p:nvPr/>
          </p:nvGrpSpPr>
          <p:grpSpPr>
            <a:xfrm>
              <a:off x="2663888" y="0"/>
              <a:ext cx="6350" cy="6856095"/>
              <a:chOff x="2663888" y="0"/>
              <a:chExt cx="6350" cy="6856095"/>
            </a:xfrm>
          </p:grpSpPr>
          <p:sp>
            <p:nvSpPr>
              <p:cNvPr id="425" name="Google Shape;425;p72"/>
              <p:cNvSpPr/>
              <p:nvPr/>
            </p:nvSpPr>
            <p:spPr>
              <a:xfrm>
                <a:off x="2663888"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26" name="Google Shape;426;p72"/>
              <p:cNvSpPr/>
              <p:nvPr/>
            </p:nvSpPr>
            <p:spPr>
              <a:xfrm>
                <a:off x="2663888"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27" name="Google Shape;427;p72"/>
              <p:cNvSpPr/>
              <p:nvPr/>
            </p:nvSpPr>
            <p:spPr>
              <a:xfrm>
                <a:off x="2663888"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428" name="Google Shape;428;p72"/>
            <p:cNvGrpSpPr/>
            <p:nvPr/>
          </p:nvGrpSpPr>
          <p:grpSpPr>
            <a:xfrm>
              <a:off x="1684464" y="0"/>
              <a:ext cx="6350" cy="6856095"/>
              <a:chOff x="1684464" y="0"/>
              <a:chExt cx="6350" cy="6856095"/>
            </a:xfrm>
          </p:grpSpPr>
          <p:sp>
            <p:nvSpPr>
              <p:cNvPr id="429" name="Google Shape;429;p72"/>
              <p:cNvSpPr/>
              <p:nvPr/>
            </p:nvSpPr>
            <p:spPr>
              <a:xfrm>
                <a:off x="1684464"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30" name="Google Shape;430;p72"/>
              <p:cNvSpPr/>
              <p:nvPr/>
            </p:nvSpPr>
            <p:spPr>
              <a:xfrm>
                <a:off x="1684464"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31" name="Google Shape;431;p72"/>
              <p:cNvSpPr/>
              <p:nvPr/>
            </p:nvSpPr>
            <p:spPr>
              <a:xfrm>
                <a:off x="1684464"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432" name="Google Shape;432;p72"/>
            <p:cNvGrpSpPr/>
            <p:nvPr/>
          </p:nvGrpSpPr>
          <p:grpSpPr>
            <a:xfrm>
              <a:off x="704977" y="0"/>
              <a:ext cx="6350" cy="6856095"/>
              <a:chOff x="704977" y="0"/>
              <a:chExt cx="6350" cy="6856095"/>
            </a:xfrm>
          </p:grpSpPr>
          <p:sp>
            <p:nvSpPr>
              <p:cNvPr id="433" name="Google Shape;433;p72"/>
              <p:cNvSpPr/>
              <p:nvPr/>
            </p:nvSpPr>
            <p:spPr>
              <a:xfrm>
                <a:off x="704977"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34" name="Google Shape;434;p72"/>
              <p:cNvSpPr/>
              <p:nvPr/>
            </p:nvSpPr>
            <p:spPr>
              <a:xfrm>
                <a:off x="704977"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35" name="Google Shape;435;p72"/>
              <p:cNvSpPr/>
              <p:nvPr/>
            </p:nvSpPr>
            <p:spPr>
              <a:xfrm>
                <a:off x="704977"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436" name="Google Shape;436;p72"/>
            <p:cNvGrpSpPr/>
            <p:nvPr/>
          </p:nvGrpSpPr>
          <p:grpSpPr>
            <a:xfrm>
              <a:off x="0" y="6093333"/>
              <a:ext cx="12192000" cy="6350"/>
              <a:chOff x="0" y="6093333"/>
              <a:chExt cx="12192000" cy="6350"/>
            </a:xfrm>
          </p:grpSpPr>
          <p:sp>
            <p:nvSpPr>
              <p:cNvPr id="437" name="Google Shape;437;p72"/>
              <p:cNvSpPr/>
              <p:nvPr/>
            </p:nvSpPr>
            <p:spPr>
              <a:xfrm>
                <a:off x="12169775" y="6093333"/>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38" name="Google Shape;438;p72"/>
              <p:cNvSpPr/>
              <p:nvPr/>
            </p:nvSpPr>
            <p:spPr>
              <a:xfrm>
                <a:off x="44450" y="6093333"/>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39" name="Google Shape;439;p72"/>
              <p:cNvSpPr/>
              <p:nvPr/>
            </p:nvSpPr>
            <p:spPr>
              <a:xfrm>
                <a:off x="0" y="6093333"/>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440" name="Google Shape;440;p72"/>
            <p:cNvGrpSpPr/>
            <p:nvPr/>
          </p:nvGrpSpPr>
          <p:grpSpPr>
            <a:xfrm>
              <a:off x="0" y="5330571"/>
              <a:ext cx="12192000" cy="6350"/>
              <a:chOff x="0" y="5330571"/>
              <a:chExt cx="12192000" cy="6350"/>
            </a:xfrm>
          </p:grpSpPr>
          <p:sp>
            <p:nvSpPr>
              <p:cNvPr id="441" name="Google Shape;441;p72"/>
              <p:cNvSpPr/>
              <p:nvPr/>
            </p:nvSpPr>
            <p:spPr>
              <a:xfrm>
                <a:off x="12169775" y="5330571"/>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42" name="Google Shape;442;p72"/>
              <p:cNvSpPr/>
              <p:nvPr/>
            </p:nvSpPr>
            <p:spPr>
              <a:xfrm>
                <a:off x="44450" y="5330571"/>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43" name="Google Shape;443;p72"/>
              <p:cNvSpPr/>
              <p:nvPr/>
            </p:nvSpPr>
            <p:spPr>
              <a:xfrm>
                <a:off x="0" y="5330571"/>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444" name="Google Shape;444;p72"/>
            <p:cNvGrpSpPr/>
            <p:nvPr/>
          </p:nvGrpSpPr>
          <p:grpSpPr>
            <a:xfrm>
              <a:off x="0" y="4567872"/>
              <a:ext cx="12192000" cy="6350"/>
              <a:chOff x="0" y="4567872"/>
              <a:chExt cx="12192000" cy="6350"/>
            </a:xfrm>
          </p:grpSpPr>
          <p:sp>
            <p:nvSpPr>
              <p:cNvPr id="445" name="Google Shape;445;p72"/>
              <p:cNvSpPr/>
              <p:nvPr/>
            </p:nvSpPr>
            <p:spPr>
              <a:xfrm>
                <a:off x="12169775" y="4567872"/>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46" name="Google Shape;446;p72"/>
              <p:cNvSpPr/>
              <p:nvPr/>
            </p:nvSpPr>
            <p:spPr>
              <a:xfrm>
                <a:off x="44450" y="4567872"/>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47" name="Google Shape;447;p72"/>
              <p:cNvSpPr/>
              <p:nvPr/>
            </p:nvSpPr>
            <p:spPr>
              <a:xfrm>
                <a:off x="0" y="4567872"/>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448" name="Google Shape;448;p72"/>
            <p:cNvGrpSpPr/>
            <p:nvPr/>
          </p:nvGrpSpPr>
          <p:grpSpPr>
            <a:xfrm>
              <a:off x="0" y="3805110"/>
              <a:ext cx="12192000" cy="6350"/>
              <a:chOff x="0" y="3805110"/>
              <a:chExt cx="12192000" cy="6350"/>
            </a:xfrm>
          </p:grpSpPr>
          <p:sp>
            <p:nvSpPr>
              <p:cNvPr id="449" name="Google Shape;449;p72"/>
              <p:cNvSpPr/>
              <p:nvPr/>
            </p:nvSpPr>
            <p:spPr>
              <a:xfrm>
                <a:off x="12169775" y="3805110"/>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50" name="Google Shape;450;p72"/>
              <p:cNvSpPr/>
              <p:nvPr/>
            </p:nvSpPr>
            <p:spPr>
              <a:xfrm>
                <a:off x="44450" y="3805110"/>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51" name="Google Shape;451;p72"/>
              <p:cNvSpPr/>
              <p:nvPr/>
            </p:nvSpPr>
            <p:spPr>
              <a:xfrm>
                <a:off x="0" y="3805110"/>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452" name="Google Shape;452;p72"/>
            <p:cNvGrpSpPr/>
            <p:nvPr/>
          </p:nvGrpSpPr>
          <p:grpSpPr>
            <a:xfrm>
              <a:off x="0" y="3050921"/>
              <a:ext cx="12192000" cy="6350"/>
              <a:chOff x="0" y="3050921"/>
              <a:chExt cx="12192000" cy="6350"/>
            </a:xfrm>
          </p:grpSpPr>
          <p:sp>
            <p:nvSpPr>
              <p:cNvPr id="453" name="Google Shape;453;p72"/>
              <p:cNvSpPr/>
              <p:nvPr/>
            </p:nvSpPr>
            <p:spPr>
              <a:xfrm>
                <a:off x="12169775" y="3050921"/>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54" name="Google Shape;454;p72"/>
              <p:cNvSpPr/>
              <p:nvPr/>
            </p:nvSpPr>
            <p:spPr>
              <a:xfrm>
                <a:off x="44450" y="3050921"/>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55" name="Google Shape;455;p72"/>
              <p:cNvSpPr/>
              <p:nvPr/>
            </p:nvSpPr>
            <p:spPr>
              <a:xfrm>
                <a:off x="0" y="3050921"/>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456" name="Google Shape;456;p72"/>
            <p:cNvGrpSpPr/>
            <p:nvPr/>
          </p:nvGrpSpPr>
          <p:grpSpPr>
            <a:xfrm>
              <a:off x="0" y="2288222"/>
              <a:ext cx="12192000" cy="6350"/>
              <a:chOff x="0" y="2288222"/>
              <a:chExt cx="12192000" cy="6350"/>
            </a:xfrm>
          </p:grpSpPr>
          <p:sp>
            <p:nvSpPr>
              <p:cNvPr id="457" name="Google Shape;457;p72"/>
              <p:cNvSpPr/>
              <p:nvPr/>
            </p:nvSpPr>
            <p:spPr>
              <a:xfrm>
                <a:off x="12169775" y="2288222"/>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58" name="Google Shape;458;p72"/>
              <p:cNvSpPr/>
              <p:nvPr/>
            </p:nvSpPr>
            <p:spPr>
              <a:xfrm>
                <a:off x="44450" y="2288222"/>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59" name="Google Shape;459;p72"/>
              <p:cNvSpPr/>
              <p:nvPr/>
            </p:nvSpPr>
            <p:spPr>
              <a:xfrm>
                <a:off x="0" y="2288222"/>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460" name="Google Shape;460;p72"/>
            <p:cNvGrpSpPr/>
            <p:nvPr/>
          </p:nvGrpSpPr>
          <p:grpSpPr>
            <a:xfrm>
              <a:off x="0" y="1525460"/>
              <a:ext cx="12192000" cy="6350"/>
              <a:chOff x="0" y="1525460"/>
              <a:chExt cx="12192000" cy="6350"/>
            </a:xfrm>
          </p:grpSpPr>
          <p:sp>
            <p:nvSpPr>
              <p:cNvPr id="461" name="Google Shape;461;p72"/>
              <p:cNvSpPr/>
              <p:nvPr/>
            </p:nvSpPr>
            <p:spPr>
              <a:xfrm>
                <a:off x="12169775" y="1525460"/>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62" name="Google Shape;462;p72"/>
              <p:cNvSpPr/>
              <p:nvPr/>
            </p:nvSpPr>
            <p:spPr>
              <a:xfrm>
                <a:off x="44450" y="1525460"/>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63" name="Google Shape;463;p72"/>
              <p:cNvSpPr/>
              <p:nvPr/>
            </p:nvSpPr>
            <p:spPr>
              <a:xfrm>
                <a:off x="0" y="1525460"/>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464" name="Google Shape;464;p72"/>
            <p:cNvGrpSpPr/>
            <p:nvPr/>
          </p:nvGrpSpPr>
          <p:grpSpPr>
            <a:xfrm>
              <a:off x="0" y="762762"/>
              <a:ext cx="12192000" cy="6350"/>
              <a:chOff x="0" y="762762"/>
              <a:chExt cx="12192000" cy="6350"/>
            </a:xfrm>
          </p:grpSpPr>
          <p:sp>
            <p:nvSpPr>
              <p:cNvPr id="465" name="Google Shape;465;p72"/>
              <p:cNvSpPr/>
              <p:nvPr/>
            </p:nvSpPr>
            <p:spPr>
              <a:xfrm>
                <a:off x="12169775" y="762762"/>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66" name="Google Shape;466;p72"/>
              <p:cNvSpPr/>
              <p:nvPr/>
            </p:nvSpPr>
            <p:spPr>
              <a:xfrm>
                <a:off x="44450" y="762762"/>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67" name="Google Shape;467;p72"/>
              <p:cNvSpPr/>
              <p:nvPr/>
            </p:nvSpPr>
            <p:spPr>
              <a:xfrm>
                <a:off x="0" y="762762"/>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sp>
        <p:nvSpPr>
          <p:cNvPr id="468" name="Google Shape;468;p72"/>
          <p:cNvSpPr/>
          <p:nvPr/>
        </p:nvSpPr>
        <p:spPr>
          <a:xfrm>
            <a:off x="535200" y="578100"/>
            <a:ext cx="8073600" cy="3987300"/>
          </a:xfrm>
          <a:prstGeom prst="rect">
            <a:avLst/>
          </a:prstGeom>
          <a:solidFill>
            <a:schemeClr val="lt1"/>
          </a:solidFill>
          <a:ln>
            <a:noFill/>
          </a:ln>
          <a:effectLst>
            <a:outerShdw blurRad="285750" dist="19050" dir="5400000" algn="bl" rotWithShape="0">
              <a:schemeClr val="dk1">
                <a:alpha val="49411"/>
              </a:scheme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grpSp>
        <p:nvGrpSpPr>
          <p:cNvPr id="469" name="Google Shape;469;p72"/>
          <p:cNvGrpSpPr/>
          <p:nvPr/>
        </p:nvGrpSpPr>
        <p:grpSpPr>
          <a:xfrm flipH="1">
            <a:off x="-1294200" y="3559212"/>
            <a:ext cx="3810000" cy="2254900"/>
            <a:chOff x="2287428" y="526446"/>
            <a:chExt cx="7620000" cy="4509801"/>
          </a:xfrm>
        </p:grpSpPr>
        <p:sp>
          <p:nvSpPr>
            <p:cNvPr id="470" name="Google Shape;470;p72"/>
            <p:cNvSpPr/>
            <p:nvPr/>
          </p:nvSpPr>
          <p:spPr>
            <a:xfrm>
              <a:off x="2287428" y="526446"/>
              <a:ext cx="7620000" cy="4509801"/>
            </a:xfrm>
            <a:custGeom>
              <a:avLst/>
              <a:gdLst/>
              <a:ahLst/>
              <a:cxnLst/>
              <a:rect l="l" t="t" r="r" b="b"/>
              <a:pathLst>
                <a:path w="7620000" h="4509801" extrusionOk="0">
                  <a:moveTo>
                    <a:pt x="0" y="4509802"/>
                  </a:moveTo>
                  <a:lnTo>
                    <a:pt x="990314" y="3328702"/>
                  </a:lnTo>
                  <a:lnTo>
                    <a:pt x="1576102" y="3471672"/>
                  </a:lnTo>
                  <a:lnTo>
                    <a:pt x="2812733" y="2571560"/>
                  </a:lnTo>
                  <a:lnTo>
                    <a:pt x="3550635" y="2938272"/>
                  </a:lnTo>
                  <a:lnTo>
                    <a:pt x="4511802" y="1857280"/>
                  </a:lnTo>
                  <a:lnTo>
                    <a:pt x="5519261" y="1881283"/>
                  </a:lnTo>
                  <a:lnTo>
                    <a:pt x="6905054" y="1204817"/>
                  </a:lnTo>
                  <a:lnTo>
                    <a:pt x="7620000" y="0"/>
                  </a:lnTo>
                </a:path>
              </a:pathLst>
            </a:custGeom>
            <a:no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71" name="Google Shape;471;p72"/>
            <p:cNvSpPr/>
            <p:nvPr/>
          </p:nvSpPr>
          <p:spPr>
            <a:xfrm>
              <a:off x="3773138" y="3907726"/>
              <a:ext cx="185737" cy="185737"/>
            </a:xfrm>
            <a:custGeom>
              <a:avLst/>
              <a:gdLst/>
              <a:ahLst/>
              <a:cxnLst/>
              <a:rect l="l" t="t" r="r" b="b"/>
              <a:pathLst>
                <a:path w="185737" h="185737" extrusionOk="0">
                  <a:moveTo>
                    <a:pt x="185738" y="92869"/>
                  </a:moveTo>
                  <a:cubicBezTo>
                    <a:pt x="185738" y="144159"/>
                    <a:pt x="144159" y="185738"/>
                    <a:pt x="92869" y="185738"/>
                  </a:cubicBezTo>
                  <a:cubicBezTo>
                    <a:pt x="41579" y="185738"/>
                    <a:pt x="0" y="144159"/>
                    <a:pt x="0" y="92869"/>
                  </a:cubicBezTo>
                  <a:cubicBezTo>
                    <a:pt x="0" y="41579"/>
                    <a:pt x="41579" y="0"/>
                    <a:pt x="92869" y="0"/>
                  </a:cubicBezTo>
                  <a:cubicBezTo>
                    <a:pt x="144159" y="0"/>
                    <a:pt x="185738" y="41579"/>
                    <a:pt x="185738" y="92869"/>
                  </a:cubicBezTo>
                  <a:close/>
                </a:path>
              </a:pathLst>
            </a:custGeom>
            <a:solidFill>
              <a:schemeClr val="lt1"/>
            </a:solid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72" name="Google Shape;472;p72"/>
            <p:cNvSpPr/>
            <p:nvPr/>
          </p:nvSpPr>
          <p:spPr>
            <a:xfrm>
              <a:off x="5744813" y="3374326"/>
              <a:ext cx="185737" cy="185737"/>
            </a:xfrm>
            <a:custGeom>
              <a:avLst/>
              <a:gdLst/>
              <a:ahLst/>
              <a:cxnLst/>
              <a:rect l="l" t="t" r="r" b="b"/>
              <a:pathLst>
                <a:path w="185737" h="185737" extrusionOk="0">
                  <a:moveTo>
                    <a:pt x="185738" y="92869"/>
                  </a:moveTo>
                  <a:cubicBezTo>
                    <a:pt x="185738" y="144159"/>
                    <a:pt x="144159" y="185738"/>
                    <a:pt x="92869" y="185738"/>
                  </a:cubicBezTo>
                  <a:cubicBezTo>
                    <a:pt x="41579" y="185738"/>
                    <a:pt x="0" y="144159"/>
                    <a:pt x="0" y="92869"/>
                  </a:cubicBezTo>
                  <a:cubicBezTo>
                    <a:pt x="0" y="41579"/>
                    <a:pt x="41579" y="0"/>
                    <a:pt x="92869" y="0"/>
                  </a:cubicBezTo>
                  <a:cubicBezTo>
                    <a:pt x="144159" y="0"/>
                    <a:pt x="185738" y="41579"/>
                    <a:pt x="185738" y="92869"/>
                  </a:cubicBezTo>
                  <a:close/>
                </a:path>
              </a:pathLst>
            </a:custGeom>
            <a:solidFill>
              <a:schemeClr val="lt1"/>
            </a:solid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73" name="Google Shape;473;p72"/>
            <p:cNvSpPr/>
            <p:nvPr/>
          </p:nvSpPr>
          <p:spPr>
            <a:xfrm>
              <a:off x="7716488" y="2317051"/>
              <a:ext cx="185737" cy="185737"/>
            </a:xfrm>
            <a:custGeom>
              <a:avLst/>
              <a:gdLst/>
              <a:ahLst/>
              <a:cxnLst/>
              <a:rect l="l" t="t" r="r" b="b"/>
              <a:pathLst>
                <a:path w="185737" h="185737" extrusionOk="0">
                  <a:moveTo>
                    <a:pt x="185738" y="92869"/>
                  </a:moveTo>
                  <a:cubicBezTo>
                    <a:pt x="185738" y="144159"/>
                    <a:pt x="144159" y="185737"/>
                    <a:pt x="92869" y="185737"/>
                  </a:cubicBezTo>
                  <a:cubicBezTo>
                    <a:pt x="41579" y="185737"/>
                    <a:pt x="0" y="144159"/>
                    <a:pt x="0" y="92869"/>
                  </a:cubicBezTo>
                  <a:cubicBezTo>
                    <a:pt x="0" y="41579"/>
                    <a:pt x="41579" y="0"/>
                    <a:pt x="92869" y="0"/>
                  </a:cubicBezTo>
                  <a:cubicBezTo>
                    <a:pt x="144159" y="0"/>
                    <a:pt x="185738" y="41579"/>
                    <a:pt x="185738" y="92869"/>
                  </a:cubicBezTo>
                  <a:close/>
                </a:path>
              </a:pathLst>
            </a:custGeom>
            <a:solidFill>
              <a:schemeClr val="lt1"/>
            </a:solid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74" name="Google Shape;474;p72"/>
            <p:cNvSpPr/>
            <p:nvPr/>
          </p:nvSpPr>
          <p:spPr>
            <a:xfrm rot="-2700000">
              <a:off x="9128498" y="1671953"/>
              <a:ext cx="119701" cy="119701"/>
            </a:xfrm>
            <a:custGeom>
              <a:avLst/>
              <a:gdLst/>
              <a:ahLst/>
              <a:cxnLst/>
              <a:rect l="l" t="t" r="r" b="b"/>
              <a:pathLst>
                <a:path w="119634" h="119634" extrusionOk="0">
                  <a:moveTo>
                    <a:pt x="0" y="0"/>
                  </a:moveTo>
                  <a:lnTo>
                    <a:pt x="119634" y="0"/>
                  </a:lnTo>
                  <a:lnTo>
                    <a:pt x="119634" y="119634"/>
                  </a:lnTo>
                  <a:lnTo>
                    <a:pt x="0" y="119634"/>
                  </a:lnTo>
                  <a:close/>
                </a:path>
              </a:pathLst>
            </a:custGeom>
            <a:solidFill>
              <a:schemeClr val="lt1"/>
            </a:solidFill>
            <a:ln w="19050"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75" name="Google Shape;475;p72"/>
            <p:cNvSpPr/>
            <p:nvPr/>
          </p:nvSpPr>
          <p:spPr>
            <a:xfrm rot="-2700000">
              <a:off x="6747282" y="2329246"/>
              <a:ext cx="119701" cy="119701"/>
            </a:xfrm>
            <a:custGeom>
              <a:avLst/>
              <a:gdLst/>
              <a:ahLst/>
              <a:cxnLst/>
              <a:rect l="l" t="t" r="r" b="b"/>
              <a:pathLst>
                <a:path w="119634" h="119634" extrusionOk="0">
                  <a:moveTo>
                    <a:pt x="0" y="0"/>
                  </a:moveTo>
                  <a:lnTo>
                    <a:pt x="119634" y="0"/>
                  </a:lnTo>
                  <a:lnTo>
                    <a:pt x="119634" y="119634"/>
                  </a:lnTo>
                  <a:lnTo>
                    <a:pt x="0" y="119634"/>
                  </a:lnTo>
                  <a:close/>
                </a:path>
              </a:pathLst>
            </a:custGeom>
            <a:solidFill>
              <a:schemeClr val="lt1"/>
            </a:solidFill>
            <a:ln w="19050"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76" name="Google Shape;476;p72"/>
            <p:cNvSpPr/>
            <p:nvPr/>
          </p:nvSpPr>
          <p:spPr>
            <a:xfrm rot="-2700000">
              <a:off x="5042248" y="3034077"/>
              <a:ext cx="119701" cy="119701"/>
            </a:xfrm>
            <a:custGeom>
              <a:avLst/>
              <a:gdLst/>
              <a:ahLst/>
              <a:cxnLst/>
              <a:rect l="l" t="t" r="r" b="b"/>
              <a:pathLst>
                <a:path w="119634" h="119634" extrusionOk="0">
                  <a:moveTo>
                    <a:pt x="0" y="0"/>
                  </a:moveTo>
                  <a:lnTo>
                    <a:pt x="119634" y="0"/>
                  </a:lnTo>
                  <a:lnTo>
                    <a:pt x="119634" y="119634"/>
                  </a:lnTo>
                  <a:lnTo>
                    <a:pt x="0" y="119634"/>
                  </a:lnTo>
                  <a:close/>
                </a:path>
              </a:pathLst>
            </a:custGeom>
            <a:solidFill>
              <a:schemeClr val="lt1"/>
            </a:solidFill>
            <a:ln w="19050"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77" name="Google Shape;477;p72"/>
            <p:cNvSpPr/>
            <p:nvPr/>
          </p:nvSpPr>
          <p:spPr>
            <a:xfrm rot="-2700000">
              <a:off x="3222984" y="3796039"/>
              <a:ext cx="119701" cy="119701"/>
            </a:xfrm>
            <a:custGeom>
              <a:avLst/>
              <a:gdLst/>
              <a:ahLst/>
              <a:cxnLst/>
              <a:rect l="l" t="t" r="r" b="b"/>
              <a:pathLst>
                <a:path w="119634" h="119634" extrusionOk="0">
                  <a:moveTo>
                    <a:pt x="0" y="0"/>
                  </a:moveTo>
                  <a:lnTo>
                    <a:pt x="119634" y="0"/>
                  </a:lnTo>
                  <a:lnTo>
                    <a:pt x="119634" y="119634"/>
                  </a:lnTo>
                  <a:lnTo>
                    <a:pt x="0" y="119634"/>
                  </a:lnTo>
                  <a:close/>
                </a:path>
              </a:pathLst>
            </a:custGeom>
            <a:solidFill>
              <a:schemeClr val="lt1"/>
            </a:solidFill>
            <a:ln w="19050"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sp>
        <p:nvSpPr>
          <p:cNvPr id="478" name="Google Shape;478;p72"/>
          <p:cNvSpPr txBox="1">
            <a:spLocks noGrp="1"/>
          </p:cNvSpPr>
          <p:nvPr>
            <p:ph type="title"/>
          </p:nvPr>
        </p:nvSpPr>
        <p:spPr>
          <a:xfrm>
            <a:off x="720000" y="539500"/>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a:endParaRPr/>
          </a:p>
        </p:txBody>
      </p:sp>
      <p:sp>
        <p:nvSpPr>
          <p:cNvPr id="479" name="Google Shape;479;p72"/>
          <p:cNvSpPr txBox="1">
            <a:spLocks noGrp="1"/>
          </p:cNvSpPr>
          <p:nvPr>
            <p:ph type="subTitle" idx="1"/>
          </p:nvPr>
        </p:nvSpPr>
        <p:spPr>
          <a:xfrm>
            <a:off x="4935348" y="2904625"/>
            <a:ext cx="2732700" cy="11154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80" name="Google Shape;480;p72"/>
          <p:cNvSpPr txBox="1">
            <a:spLocks noGrp="1"/>
          </p:cNvSpPr>
          <p:nvPr>
            <p:ph type="subTitle" idx="2"/>
          </p:nvPr>
        </p:nvSpPr>
        <p:spPr>
          <a:xfrm>
            <a:off x="1475948" y="2904625"/>
            <a:ext cx="2732700" cy="11154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81" name="Google Shape;481;p72"/>
          <p:cNvSpPr txBox="1">
            <a:spLocks noGrp="1"/>
          </p:cNvSpPr>
          <p:nvPr>
            <p:ph type="subTitle" idx="3"/>
          </p:nvPr>
        </p:nvSpPr>
        <p:spPr>
          <a:xfrm>
            <a:off x="1475948" y="2345725"/>
            <a:ext cx="2732700" cy="558900"/>
          </a:xfrm>
          <a:prstGeom prst="rect">
            <a:avLst/>
          </a:prstGeom>
          <a:noFill/>
          <a:ln>
            <a:noFill/>
          </a:ln>
        </p:spPr>
        <p:txBody>
          <a:bodyPr spcFirstLastPara="1" wrap="square" lIns="91425" tIns="91425" rIns="91425" bIns="91425" anchor="b" anchorCtr="0">
            <a:noAutofit/>
          </a:bodyPr>
          <a:lstStyle>
            <a:lvl1pPr lvl="0" algn="ctr">
              <a:lnSpc>
                <a:spcPct val="115000"/>
              </a:lnSpc>
              <a:spcBef>
                <a:spcPts val="0"/>
              </a:spcBef>
              <a:spcAft>
                <a:spcPts val="0"/>
              </a:spcAft>
              <a:buSzPts val="2400"/>
              <a:buFont typeface="DM Sans"/>
              <a:buNone/>
              <a:defRPr sz="2000" b="1">
                <a:latin typeface="Montserrat"/>
                <a:ea typeface="Montserrat"/>
                <a:cs typeface="Montserrat"/>
                <a:sym typeface="Montserrat"/>
              </a:defRPr>
            </a:lvl1pPr>
            <a:lvl2pPr lvl="1" algn="ctr">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482" name="Google Shape;482;p72"/>
          <p:cNvSpPr txBox="1">
            <a:spLocks noGrp="1"/>
          </p:cNvSpPr>
          <p:nvPr>
            <p:ph type="subTitle" idx="4"/>
          </p:nvPr>
        </p:nvSpPr>
        <p:spPr>
          <a:xfrm>
            <a:off x="4935352" y="2345725"/>
            <a:ext cx="2732700" cy="558900"/>
          </a:xfrm>
          <a:prstGeom prst="rect">
            <a:avLst/>
          </a:prstGeom>
          <a:noFill/>
          <a:ln>
            <a:noFill/>
          </a:ln>
        </p:spPr>
        <p:txBody>
          <a:bodyPr spcFirstLastPara="1" wrap="square" lIns="91425" tIns="91425" rIns="91425" bIns="91425" anchor="b" anchorCtr="0">
            <a:noAutofit/>
          </a:bodyPr>
          <a:lstStyle>
            <a:lvl1pPr lvl="0" algn="ctr">
              <a:lnSpc>
                <a:spcPct val="115000"/>
              </a:lnSpc>
              <a:spcBef>
                <a:spcPts val="0"/>
              </a:spcBef>
              <a:spcAft>
                <a:spcPts val="0"/>
              </a:spcAft>
              <a:buSzPts val="2400"/>
              <a:buFont typeface="DM Sans"/>
              <a:buNone/>
              <a:defRPr sz="2000" b="1">
                <a:latin typeface="Montserrat"/>
                <a:ea typeface="Montserrat"/>
                <a:cs typeface="Montserrat"/>
                <a:sym typeface="Montserrat"/>
              </a:defRPr>
            </a:lvl1pPr>
            <a:lvl2pPr lvl="1" algn="ctr">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83"/>
        <p:cNvGrpSpPr/>
        <p:nvPr/>
      </p:nvGrpSpPr>
      <p:grpSpPr>
        <a:xfrm>
          <a:off x="0" y="0"/>
          <a:ext cx="0" cy="0"/>
          <a:chOff x="0" y="0"/>
          <a:chExt cx="0" cy="0"/>
        </a:xfrm>
      </p:grpSpPr>
      <p:grpSp>
        <p:nvGrpSpPr>
          <p:cNvPr id="484" name="Google Shape;484;p73"/>
          <p:cNvGrpSpPr/>
          <p:nvPr/>
        </p:nvGrpSpPr>
        <p:grpSpPr>
          <a:xfrm>
            <a:off x="0" y="0"/>
            <a:ext cx="9144000" cy="5142071"/>
            <a:chOff x="0" y="0"/>
            <a:chExt cx="12192000" cy="6856095"/>
          </a:xfrm>
        </p:grpSpPr>
        <p:grpSp>
          <p:nvGrpSpPr>
            <p:cNvPr id="485" name="Google Shape;485;p73"/>
            <p:cNvGrpSpPr/>
            <p:nvPr/>
          </p:nvGrpSpPr>
          <p:grpSpPr>
            <a:xfrm>
              <a:off x="11482324" y="0"/>
              <a:ext cx="6350" cy="6856095"/>
              <a:chOff x="11482324" y="0"/>
              <a:chExt cx="6350" cy="6856095"/>
            </a:xfrm>
          </p:grpSpPr>
          <p:sp>
            <p:nvSpPr>
              <p:cNvPr id="486" name="Google Shape;486;p73"/>
              <p:cNvSpPr/>
              <p:nvPr/>
            </p:nvSpPr>
            <p:spPr>
              <a:xfrm>
                <a:off x="11482324"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87" name="Google Shape;487;p73"/>
              <p:cNvSpPr/>
              <p:nvPr/>
            </p:nvSpPr>
            <p:spPr>
              <a:xfrm>
                <a:off x="11482324"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88" name="Google Shape;488;p73"/>
              <p:cNvSpPr/>
              <p:nvPr/>
            </p:nvSpPr>
            <p:spPr>
              <a:xfrm>
                <a:off x="11482324"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489" name="Google Shape;489;p73"/>
            <p:cNvGrpSpPr/>
            <p:nvPr/>
          </p:nvGrpSpPr>
          <p:grpSpPr>
            <a:xfrm>
              <a:off x="10502836" y="0"/>
              <a:ext cx="6350" cy="6856095"/>
              <a:chOff x="10502836" y="0"/>
              <a:chExt cx="6350" cy="6856095"/>
            </a:xfrm>
          </p:grpSpPr>
          <p:sp>
            <p:nvSpPr>
              <p:cNvPr id="490" name="Google Shape;490;p73"/>
              <p:cNvSpPr/>
              <p:nvPr/>
            </p:nvSpPr>
            <p:spPr>
              <a:xfrm>
                <a:off x="10502836"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91" name="Google Shape;491;p73"/>
              <p:cNvSpPr/>
              <p:nvPr/>
            </p:nvSpPr>
            <p:spPr>
              <a:xfrm>
                <a:off x="10502836"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92" name="Google Shape;492;p73"/>
              <p:cNvSpPr/>
              <p:nvPr/>
            </p:nvSpPr>
            <p:spPr>
              <a:xfrm>
                <a:off x="10502836"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493" name="Google Shape;493;p73"/>
            <p:cNvGrpSpPr/>
            <p:nvPr/>
          </p:nvGrpSpPr>
          <p:grpSpPr>
            <a:xfrm>
              <a:off x="9523412" y="0"/>
              <a:ext cx="6350" cy="6856095"/>
              <a:chOff x="9523412" y="0"/>
              <a:chExt cx="6350" cy="6856095"/>
            </a:xfrm>
          </p:grpSpPr>
          <p:sp>
            <p:nvSpPr>
              <p:cNvPr id="494" name="Google Shape;494;p73"/>
              <p:cNvSpPr/>
              <p:nvPr/>
            </p:nvSpPr>
            <p:spPr>
              <a:xfrm>
                <a:off x="9523412"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95" name="Google Shape;495;p73"/>
              <p:cNvSpPr/>
              <p:nvPr/>
            </p:nvSpPr>
            <p:spPr>
              <a:xfrm>
                <a:off x="9523412"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96" name="Google Shape;496;p73"/>
              <p:cNvSpPr/>
              <p:nvPr/>
            </p:nvSpPr>
            <p:spPr>
              <a:xfrm>
                <a:off x="9523412"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497" name="Google Shape;497;p73"/>
            <p:cNvGrpSpPr/>
            <p:nvPr/>
          </p:nvGrpSpPr>
          <p:grpSpPr>
            <a:xfrm>
              <a:off x="8543988" y="0"/>
              <a:ext cx="6350" cy="6856095"/>
              <a:chOff x="8543988" y="0"/>
              <a:chExt cx="6350" cy="6856095"/>
            </a:xfrm>
          </p:grpSpPr>
          <p:sp>
            <p:nvSpPr>
              <p:cNvPr id="498" name="Google Shape;498;p73"/>
              <p:cNvSpPr/>
              <p:nvPr/>
            </p:nvSpPr>
            <p:spPr>
              <a:xfrm>
                <a:off x="8543988"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99" name="Google Shape;499;p73"/>
              <p:cNvSpPr/>
              <p:nvPr/>
            </p:nvSpPr>
            <p:spPr>
              <a:xfrm>
                <a:off x="8543988"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00" name="Google Shape;500;p73"/>
              <p:cNvSpPr/>
              <p:nvPr/>
            </p:nvSpPr>
            <p:spPr>
              <a:xfrm>
                <a:off x="8543988"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501" name="Google Shape;501;p73"/>
            <p:cNvGrpSpPr/>
            <p:nvPr/>
          </p:nvGrpSpPr>
          <p:grpSpPr>
            <a:xfrm>
              <a:off x="7564564" y="0"/>
              <a:ext cx="6350" cy="6856095"/>
              <a:chOff x="7564564" y="0"/>
              <a:chExt cx="6350" cy="6856095"/>
            </a:xfrm>
          </p:grpSpPr>
          <p:sp>
            <p:nvSpPr>
              <p:cNvPr id="502" name="Google Shape;502;p73"/>
              <p:cNvSpPr/>
              <p:nvPr/>
            </p:nvSpPr>
            <p:spPr>
              <a:xfrm>
                <a:off x="7564564"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03" name="Google Shape;503;p73"/>
              <p:cNvSpPr/>
              <p:nvPr/>
            </p:nvSpPr>
            <p:spPr>
              <a:xfrm>
                <a:off x="7564564"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04" name="Google Shape;504;p73"/>
              <p:cNvSpPr/>
              <p:nvPr/>
            </p:nvSpPr>
            <p:spPr>
              <a:xfrm>
                <a:off x="7564564"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505" name="Google Shape;505;p73"/>
            <p:cNvGrpSpPr/>
            <p:nvPr/>
          </p:nvGrpSpPr>
          <p:grpSpPr>
            <a:xfrm>
              <a:off x="6585077" y="0"/>
              <a:ext cx="6350" cy="6856095"/>
              <a:chOff x="6585077" y="0"/>
              <a:chExt cx="6350" cy="6856095"/>
            </a:xfrm>
          </p:grpSpPr>
          <p:sp>
            <p:nvSpPr>
              <p:cNvPr id="506" name="Google Shape;506;p73"/>
              <p:cNvSpPr/>
              <p:nvPr/>
            </p:nvSpPr>
            <p:spPr>
              <a:xfrm>
                <a:off x="6585077"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07" name="Google Shape;507;p73"/>
              <p:cNvSpPr/>
              <p:nvPr/>
            </p:nvSpPr>
            <p:spPr>
              <a:xfrm>
                <a:off x="6585077"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08" name="Google Shape;508;p73"/>
              <p:cNvSpPr/>
              <p:nvPr/>
            </p:nvSpPr>
            <p:spPr>
              <a:xfrm>
                <a:off x="6585077"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509" name="Google Shape;509;p73"/>
            <p:cNvGrpSpPr/>
            <p:nvPr/>
          </p:nvGrpSpPr>
          <p:grpSpPr>
            <a:xfrm>
              <a:off x="5602224" y="0"/>
              <a:ext cx="6350" cy="6856095"/>
              <a:chOff x="5602224" y="0"/>
              <a:chExt cx="6350" cy="6856095"/>
            </a:xfrm>
          </p:grpSpPr>
          <p:sp>
            <p:nvSpPr>
              <p:cNvPr id="510" name="Google Shape;510;p73"/>
              <p:cNvSpPr/>
              <p:nvPr/>
            </p:nvSpPr>
            <p:spPr>
              <a:xfrm>
                <a:off x="5602224"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11" name="Google Shape;511;p73"/>
              <p:cNvSpPr/>
              <p:nvPr/>
            </p:nvSpPr>
            <p:spPr>
              <a:xfrm>
                <a:off x="5602224"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12" name="Google Shape;512;p73"/>
              <p:cNvSpPr/>
              <p:nvPr/>
            </p:nvSpPr>
            <p:spPr>
              <a:xfrm>
                <a:off x="5602224"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513" name="Google Shape;513;p73"/>
            <p:cNvGrpSpPr/>
            <p:nvPr/>
          </p:nvGrpSpPr>
          <p:grpSpPr>
            <a:xfrm>
              <a:off x="4622736" y="0"/>
              <a:ext cx="6350" cy="6856095"/>
              <a:chOff x="4622736" y="0"/>
              <a:chExt cx="6350" cy="6856095"/>
            </a:xfrm>
          </p:grpSpPr>
          <p:sp>
            <p:nvSpPr>
              <p:cNvPr id="514" name="Google Shape;514;p73"/>
              <p:cNvSpPr/>
              <p:nvPr/>
            </p:nvSpPr>
            <p:spPr>
              <a:xfrm>
                <a:off x="4622736"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15" name="Google Shape;515;p73"/>
              <p:cNvSpPr/>
              <p:nvPr/>
            </p:nvSpPr>
            <p:spPr>
              <a:xfrm>
                <a:off x="4622736"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16" name="Google Shape;516;p73"/>
              <p:cNvSpPr/>
              <p:nvPr/>
            </p:nvSpPr>
            <p:spPr>
              <a:xfrm>
                <a:off x="4622736"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517" name="Google Shape;517;p73"/>
            <p:cNvGrpSpPr/>
            <p:nvPr/>
          </p:nvGrpSpPr>
          <p:grpSpPr>
            <a:xfrm>
              <a:off x="3643312" y="0"/>
              <a:ext cx="6350" cy="6856095"/>
              <a:chOff x="3643312" y="0"/>
              <a:chExt cx="6350" cy="6856095"/>
            </a:xfrm>
          </p:grpSpPr>
          <p:sp>
            <p:nvSpPr>
              <p:cNvPr id="518" name="Google Shape;518;p73"/>
              <p:cNvSpPr/>
              <p:nvPr/>
            </p:nvSpPr>
            <p:spPr>
              <a:xfrm>
                <a:off x="3643312"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19" name="Google Shape;519;p73"/>
              <p:cNvSpPr/>
              <p:nvPr/>
            </p:nvSpPr>
            <p:spPr>
              <a:xfrm>
                <a:off x="3643312"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20" name="Google Shape;520;p73"/>
              <p:cNvSpPr/>
              <p:nvPr/>
            </p:nvSpPr>
            <p:spPr>
              <a:xfrm>
                <a:off x="3643312"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521" name="Google Shape;521;p73"/>
            <p:cNvGrpSpPr/>
            <p:nvPr/>
          </p:nvGrpSpPr>
          <p:grpSpPr>
            <a:xfrm>
              <a:off x="2663888" y="0"/>
              <a:ext cx="6350" cy="6856095"/>
              <a:chOff x="2663888" y="0"/>
              <a:chExt cx="6350" cy="6856095"/>
            </a:xfrm>
          </p:grpSpPr>
          <p:sp>
            <p:nvSpPr>
              <p:cNvPr id="522" name="Google Shape;522;p73"/>
              <p:cNvSpPr/>
              <p:nvPr/>
            </p:nvSpPr>
            <p:spPr>
              <a:xfrm>
                <a:off x="2663888"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23" name="Google Shape;523;p73"/>
              <p:cNvSpPr/>
              <p:nvPr/>
            </p:nvSpPr>
            <p:spPr>
              <a:xfrm>
                <a:off x="2663888"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24" name="Google Shape;524;p73"/>
              <p:cNvSpPr/>
              <p:nvPr/>
            </p:nvSpPr>
            <p:spPr>
              <a:xfrm>
                <a:off x="2663888"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525" name="Google Shape;525;p73"/>
            <p:cNvGrpSpPr/>
            <p:nvPr/>
          </p:nvGrpSpPr>
          <p:grpSpPr>
            <a:xfrm>
              <a:off x="1684464" y="0"/>
              <a:ext cx="6350" cy="6856095"/>
              <a:chOff x="1684464" y="0"/>
              <a:chExt cx="6350" cy="6856095"/>
            </a:xfrm>
          </p:grpSpPr>
          <p:sp>
            <p:nvSpPr>
              <p:cNvPr id="526" name="Google Shape;526;p73"/>
              <p:cNvSpPr/>
              <p:nvPr/>
            </p:nvSpPr>
            <p:spPr>
              <a:xfrm>
                <a:off x="1684464"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27" name="Google Shape;527;p73"/>
              <p:cNvSpPr/>
              <p:nvPr/>
            </p:nvSpPr>
            <p:spPr>
              <a:xfrm>
                <a:off x="1684464"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28" name="Google Shape;528;p73"/>
              <p:cNvSpPr/>
              <p:nvPr/>
            </p:nvSpPr>
            <p:spPr>
              <a:xfrm>
                <a:off x="1684464"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529" name="Google Shape;529;p73"/>
            <p:cNvGrpSpPr/>
            <p:nvPr/>
          </p:nvGrpSpPr>
          <p:grpSpPr>
            <a:xfrm>
              <a:off x="704977" y="0"/>
              <a:ext cx="6350" cy="6856095"/>
              <a:chOff x="704977" y="0"/>
              <a:chExt cx="6350" cy="6856095"/>
            </a:xfrm>
          </p:grpSpPr>
          <p:sp>
            <p:nvSpPr>
              <p:cNvPr id="530" name="Google Shape;530;p73"/>
              <p:cNvSpPr/>
              <p:nvPr/>
            </p:nvSpPr>
            <p:spPr>
              <a:xfrm>
                <a:off x="704977"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31" name="Google Shape;531;p73"/>
              <p:cNvSpPr/>
              <p:nvPr/>
            </p:nvSpPr>
            <p:spPr>
              <a:xfrm>
                <a:off x="704977"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32" name="Google Shape;532;p73"/>
              <p:cNvSpPr/>
              <p:nvPr/>
            </p:nvSpPr>
            <p:spPr>
              <a:xfrm>
                <a:off x="704977"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533" name="Google Shape;533;p73"/>
            <p:cNvGrpSpPr/>
            <p:nvPr/>
          </p:nvGrpSpPr>
          <p:grpSpPr>
            <a:xfrm>
              <a:off x="0" y="6093333"/>
              <a:ext cx="12192000" cy="6350"/>
              <a:chOff x="0" y="6093333"/>
              <a:chExt cx="12192000" cy="6350"/>
            </a:xfrm>
          </p:grpSpPr>
          <p:sp>
            <p:nvSpPr>
              <p:cNvPr id="534" name="Google Shape;534;p73"/>
              <p:cNvSpPr/>
              <p:nvPr/>
            </p:nvSpPr>
            <p:spPr>
              <a:xfrm>
                <a:off x="12169775" y="6093333"/>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35" name="Google Shape;535;p73"/>
              <p:cNvSpPr/>
              <p:nvPr/>
            </p:nvSpPr>
            <p:spPr>
              <a:xfrm>
                <a:off x="44450" y="6093333"/>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36" name="Google Shape;536;p73"/>
              <p:cNvSpPr/>
              <p:nvPr/>
            </p:nvSpPr>
            <p:spPr>
              <a:xfrm>
                <a:off x="0" y="6093333"/>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537" name="Google Shape;537;p73"/>
            <p:cNvGrpSpPr/>
            <p:nvPr/>
          </p:nvGrpSpPr>
          <p:grpSpPr>
            <a:xfrm>
              <a:off x="0" y="5330571"/>
              <a:ext cx="12192000" cy="6350"/>
              <a:chOff x="0" y="5330571"/>
              <a:chExt cx="12192000" cy="6350"/>
            </a:xfrm>
          </p:grpSpPr>
          <p:sp>
            <p:nvSpPr>
              <p:cNvPr id="538" name="Google Shape;538;p73"/>
              <p:cNvSpPr/>
              <p:nvPr/>
            </p:nvSpPr>
            <p:spPr>
              <a:xfrm>
                <a:off x="12169775" y="5330571"/>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39" name="Google Shape;539;p73"/>
              <p:cNvSpPr/>
              <p:nvPr/>
            </p:nvSpPr>
            <p:spPr>
              <a:xfrm>
                <a:off x="44450" y="5330571"/>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40" name="Google Shape;540;p73"/>
              <p:cNvSpPr/>
              <p:nvPr/>
            </p:nvSpPr>
            <p:spPr>
              <a:xfrm>
                <a:off x="0" y="5330571"/>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541" name="Google Shape;541;p73"/>
            <p:cNvGrpSpPr/>
            <p:nvPr/>
          </p:nvGrpSpPr>
          <p:grpSpPr>
            <a:xfrm>
              <a:off x="0" y="4567872"/>
              <a:ext cx="12192000" cy="6350"/>
              <a:chOff x="0" y="4567872"/>
              <a:chExt cx="12192000" cy="6350"/>
            </a:xfrm>
          </p:grpSpPr>
          <p:sp>
            <p:nvSpPr>
              <p:cNvPr id="542" name="Google Shape;542;p73"/>
              <p:cNvSpPr/>
              <p:nvPr/>
            </p:nvSpPr>
            <p:spPr>
              <a:xfrm>
                <a:off x="12169775" y="4567872"/>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43" name="Google Shape;543;p73"/>
              <p:cNvSpPr/>
              <p:nvPr/>
            </p:nvSpPr>
            <p:spPr>
              <a:xfrm>
                <a:off x="44450" y="4567872"/>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44" name="Google Shape;544;p73"/>
              <p:cNvSpPr/>
              <p:nvPr/>
            </p:nvSpPr>
            <p:spPr>
              <a:xfrm>
                <a:off x="0" y="4567872"/>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545" name="Google Shape;545;p73"/>
            <p:cNvGrpSpPr/>
            <p:nvPr/>
          </p:nvGrpSpPr>
          <p:grpSpPr>
            <a:xfrm>
              <a:off x="0" y="3805110"/>
              <a:ext cx="12192000" cy="6350"/>
              <a:chOff x="0" y="3805110"/>
              <a:chExt cx="12192000" cy="6350"/>
            </a:xfrm>
          </p:grpSpPr>
          <p:sp>
            <p:nvSpPr>
              <p:cNvPr id="546" name="Google Shape;546;p73"/>
              <p:cNvSpPr/>
              <p:nvPr/>
            </p:nvSpPr>
            <p:spPr>
              <a:xfrm>
                <a:off x="12169775" y="3805110"/>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47" name="Google Shape;547;p73"/>
              <p:cNvSpPr/>
              <p:nvPr/>
            </p:nvSpPr>
            <p:spPr>
              <a:xfrm>
                <a:off x="44450" y="3805110"/>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48" name="Google Shape;548;p73"/>
              <p:cNvSpPr/>
              <p:nvPr/>
            </p:nvSpPr>
            <p:spPr>
              <a:xfrm>
                <a:off x="0" y="3805110"/>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549" name="Google Shape;549;p73"/>
            <p:cNvGrpSpPr/>
            <p:nvPr/>
          </p:nvGrpSpPr>
          <p:grpSpPr>
            <a:xfrm>
              <a:off x="0" y="3050921"/>
              <a:ext cx="12192000" cy="6350"/>
              <a:chOff x="0" y="3050921"/>
              <a:chExt cx="12192000" cy="6350"/>
            </a:xfrm>
          </p:grpSpPr>
          <p:sp>
            <p:nvSpPr>
              <p:cNvPr id="550" name="Google Shape;550;p73"/>
              <p:cNvSpPr/>
              <p:nvPr/>
            </p:nvSpPr>
            <p:spPr>
              <a:xfrm>
                <a:off x="12169775" y="3050921"/>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51" name="Google Shape;551;p73"/>
              <p:cNvSpPr/>
              <p:nvPr/>
            </p:nvSpPr>
            <p:spPr>
              <a:xfrm>
                <a:off x="44450" y="3050921"/>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52" name="Google Shape;552;p73"/>
              <p:cNvSpPr/>
              <p:nvPr/>
            </p:nvSpPr>
            <p:spPr>
              <a:xfrm>
                <a:off x="0" y="3050921"/>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553" name="Google Shape;553;p73"/>
            <p:cNvGrpSpPr/>
            <p:nvPr/>
          </p:nvGrpSpPr>
          <p:grpSpPr>
            <a:xfrm>
              <a:off x="0" y="2288222"/>
              <a:ext cx="12192000" cy="6350"/>
              <a:chOff x="0" y="2288222"/>
              <a:chExt cx="12192000" cy="6350"/>
            </a:xfrm>
          </p:grpSpPr>
          <p:sp>
            <p:nvSpPr>
              <p:cNvPr id="554" name="Google Shape;554;p73"/>
              <p:cNvSpPr/>
              <p:nvPr/>
            </p:nvSpPr>
            <p:spPr>
              <a:xfrm>
                <a:off x="12169775" y="2288222"/>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55" name="Google Shape;555;p73"/>
              <p:cNvSpPr/>
              <p:nvPr/>
            </p:nvSpPr>
            <p:spPr>
              <a:xfrm>
                <a:off x="44450" y="2288222"/>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56" name="Google Shape;556;p73"/>
              <p:cNvSpPr/>
              <p:nvPr/>
            </p:nvSpPr>
            <p:spPr>
              <a:xfrm>
                <a:off x="0" y="2288222"/>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557" name="Google Shape;557;p73"/>
            <p:cNvGrpSpPr/>
            <p:nvPr/>
          </p:nvGrpSpPr>
          <p:grpSpPr>
            <a:xfrm>
              <a:off x="0" y="1525460"/>
              <a:ext cx="12192000" cy="6350"/>
              <a:chOff x="0" y="1525460"/>
              <a:chExt cx="12192000" cy="6350"/>
            </a:xfrm>
          </p:grpSpPr>
          <p:sp>
            <p:nvSpPr>
              <p:cNvPr id="558" name="Google Shape;558;p73"/>
              <p:cNvSpPr/>
              <p:nvPr/>
            </p:nvSpPr>
            <p:spPr>
              <a:xfrm>
                <a:off x="12169775" y="1525460"/>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59" name="Google Shape;559;p73"/>
              <p:cNvSpPr/>
              <p:nvPr/>
            </p:nvSpPr>
            <p:spPr>
              <a:xfrm>
                <a:off x="44450" y="1525460"/>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60" name="Google Shape;560;p73"/>
              <p:cNvSpPr/>
              <p:nvPr/>
            </p:nvSpPr>
            <p:spPr>
              <a:xfrm>
                <a:off x="0" y="1525460"/>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561" name="Google Shape;561;p73"/>
            <p:cNvGrpSpPr/>
            <p:nvPr/>
          </p:nvGrpSpPr>
          <p:grpSpPr>
            <a:xfrm>
              <a:off x="0" y="762762"/>
              <a:ext cx="12192000" cy="6350"/>
              <a:chOff x="0" y="762762"/>
              <a:chExt cx="12192000" cy="6350"/>
            </a:xfrm>
          </p:grpSpPr>
          <p:sp>
            <p:nvSpPr>
              <p:cNvPr id="562" name="Google Shape;562;p73"/>
              <p:cNvSpPr/>
              <p:nvPr/>
            </p:nvSpPr>
            <p:spPr>
              <a:xfrm>
                <a:off x="12169775" y="762762"/>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63" name="Google Shape;563;p73"/>
              <p:cNvSpPr/>
              <p:nvPr/>
            </p:nvSpPr>
            <p:spPr>
              <a:xfrm>
                <a:off x="44450" y="762762"/>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64" name="Google Shape;564;p73"/>
              <p:cNvSpPr/>
              <p:nvPr/>
            </p:nvSpPr>
            <p:spPr>
              <a:xfrm>
                <a:off x="0" y="762762"/>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sp>
        <p:nvSpPr>
          <p:cNvPr id="565" name="Google Shape;565;p73"/>
          <p:cNvSpPr/>
          <p:nvPr/>
        </p:nvSpPr>
        <p:spPr>
          <a:xfrm>
            <a:off x="535200" y="578100"/>
            <a:ext cx="8073600" cy="3987300"/>
          </a:xfrm>
          <a:prstGeom prst="rect">
            <a:avLst/>
          </a:prstGeom>
          <a:solidFill>
            <a:schemeClr val="lt1"/>
          </a:solidFill>
          <a:ln>
            <a:noFill/>
          </a:ln>
          <a:effectLst>
            <a:outerShdw blurRad="285750" dist="19050" dir="5400000" algn="bl" rotWithShape="0">
              <a:schemeClr val="dk1">
                <a:alpha val="49411"/>
              </a:scheme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grpSp>
        <p:nvGrpSpPr>
          <p:cNvPr id="566" name="Google Shape;566;p73"/>
          <p:cNvGrpSpPr/>
          <p:nvPr/>
        </p:nvGrpSpPr>
        <p:grpSpPr>
          <a:xfrm>
            <a:off x="-1303200" y="-417548"/>
            <a:ext cx="3810000" cy="1517665"/>
            <a:chOff x="2287428" y="3290125"/>
            <a:chExt cx="7620000" cy="3035331"/>
          </a:xfrm>
        </p:grpSpPr>
        <p:sp>
          <p:nvSpPr>
            <p:cNvPr id="567" name="Google Shape;567;p73"/>
            <p:cNvSpPr/>
            <p:nvPr/>
          </p:nvSpPr>
          <p:spPr>
            <a:xfrm>
              <a:off x="2287428" y="3290125"/>
              <a:ext cx="7620000" cy="3035331"/>
            </a:xfrm>
            <a:custGeom>
              <a:avLst/>
              <a:gdLst/>
              <a:ahLst/>
              <a:cxnLst/>
              <a:rect l="l" t="t" r="r" b="b"/>
              <a:pathLst>
                <a:path w="7620000" h="3035331" extrusionOk="0">
                  <a:moveTo>
                    <a:pt x="0" y="2991231"/>
                  </a:moveTo>
                  <a:lnTo>
                    <a:pt x="990314" y="3035332"/>
                  </a:lnTo>
                  <a:lnTo>
                    <a:pt x="1611058" y="2049875"/>
                  </a:lnTo>
                  <a:lnTo>
                    <a:pt x="2812733" y="2710529"/>
                  </a:lnTo>
                  <a:lnTo>
                    <a:pt x="3608832" y="1627441"/>
                  </a:lnTo>
                  <a:lnTo>
                    <a:pt x="4511802" y="1627441"/>
                  </a:lnTo>
                  <a:lnTo>
                    <a:pt x="5576411" y="425958"/>
                  </a:lnTo>
                  <a:lnTo>
                    <a:pt x="6919342" y="748760"/>
                  </a:lnTo>
                  <a:lnTo>
                    <a:pt x="7620000" y="0"/>
                  </a:lnTo>
                </a:path>
              </a:pathLst>
            </a:custGeom>
            <a:noFill/>
            <a:ln w="19050" cap="flat" cmpd="sng">
              <a:solidFill>
                <a:schemeClr val="dk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68" name="Google Shape;568;p73"/>
            <p:cNvSpPr/>
            <p:nvPr/>
          </p:nvSpPr>
          <p:spPr>
            <a:xfrm>
              <a:off x="3811238" y="5269801"/>
              <a:ext cx="185737" cy="185737"/>
            </a:xfrm>
            <a:custGeom>
              <a:avLst/>
              <a:gdLst/>
              <a:ahLst/>
              <a:cxnLst/>
              <a:rect l="l" t="t" r="r" b="b"/>
              <a:pathLst>
                <a:path w="185737" h="185737" extrusionOk="0">
                  <a:moveTo>
                    <a:pt x="185738" y="92869"/>
                  </a:moveTo>
                  <a:cubicBezTo>
                    <a:pt x="185738" y="144159"/>
                    <a:pt x="144159" y="185738"/>
                    <a:pt x="92869" y="185738"/>
                  </a:cubicBezTo>
                  <a:cubicBezTo>
                    <a:pt x="41579" y="185738"/>
                    <a:pt x="0" y="144159"/>
                    <a:pt x="0" y="92869"/>
                  </a:cubicBezTo>
                  <a:cubicBezTo>
                    <a:pt x="0" y="41579"/>
                    <a:pt x="41579" y="0"/>
                    <a:pt x="92869" y="0"/>
                  </a:cubicBezTo>
                  <a:cubicBezTo>
                    <a:pt x="144159" y="0"/>
                    <a:pt x="185738" y="41579"/>
                    <a:pt x="185738" y="92869"/>
                  </a:cubicBezTo>
                  <a:close/>
                </a:path>
              </a:pathLst>
            </a:custGeom>
            <a:solidFill>
              <a:schemeClr val="lt2"/>
            </a:solidFill>
            <a:ln w="19050" cap="flat" cmpd="sng">
              <a:solidFill>
                <a:schemeClr val="dk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69" name="Google Shape;569;p73"/>
            <p:cNvSpPr/>
            <p:nvPr/>
          </p:nvSpPr>
          <p:spPr>
            <a:xfrm>
              <a:off x="5801963" y="4822126"/>
              <a:ext cx="185737" cy="185737"/>
            </a:xfrm>
            <a:custGeom>
              <a:avLst/>
              <a:gdLst/>
              <a:ahLst/>
              <a:cxnLst/>
              <a:rect l="l" t="t" r="r" b="b"/>
              <a:pathLst>
                <a:path w="185737" h="185737" extrusionOk="0">
                  <a:moveTo>
                    <a:pt x="185738" y="92869"/>
                  </a:moveTo>
                  <a:cubicBezTo>
                    <a:pt x="185738" y="144159"/>
                    <a:pt x="144159" y="185738"/>
                    <a:pt x="92869" y="185738"/>
                  </a:cubicBezTo>
                  <a:cubicBezTo>
                    <a:pt x="41579" y="185738"/>
                    <a:pt x="0" y="144159"/>
                    <a:pt x="0" y="92869"/>
                  </a:cubicBezTo>
                  <a:cubicBezTo>
                    <a:pt x="0" y="41579"/>
                    <a:pt x="41579" y="0"/>
                    <a:pt x="92869" y="0"/>
                  </a:cubicBezTo>
                  <a:cubicBezTo>
                    <a:pt x="144159" y="0"/>
                    <a:pt x="185738" y="41579"/>
                    <a:pt x="185738" y="92869"/>
                  </a:cubicBezTo>
                  <a:close/>
                </a:path>
              </a:pathLst>
            </a:custGeom>
            <a:solidFill>
              <a:schemeClr val="lt2"/>
            </a:solidFill>
            <a:ln w="19050" cap="flat" cmpd="sng">
              <a:solidFill>
                <a:schemeClr val="dk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70" name="Google Shape;570;p73"/>
            <p:cNvSpPr/>
            <p:nvPr/>
          </p:nvSpPr>
          <p:spPr>
            <a:xfrm>
              <a:off x="7783163" y="3641026"/>
              <a:ext cx="185737" cy="185737"/>
            </a:xfrm>
            <a:custGeom>
              <a:avLst/>
              <a:gdLst/>
              <a:ahLst/>
              <a:cxnLst/>
              <a:rect l="l" t="t" r="r" b="b"/>
              <a:pathLst>
                <a:path w="185737" h="185737" extrusionOk="0">
                  <a:moveTo>
                    <a:pt x="185738" y="92869"/>
                  </a:moveTo>
                  <a:cubicBezTo>
                    <a:pt x="185738" y="144159"/>
                    <a:pt x="144159" y="185738"/>
                    <a:pt x="92869" y="185738"/>
                  </a:cubicBezTo>
                  <a:cubicBezTo>
                    <a:pt x="41579" y="185738"/>
                    <a:pt x="0" y="144159"/>
                    <a:pt x="0" y="92869"/>
                  </a:cubicBezTo>
                  <a:cubicBezTo>
                    <a:pt x="0" y="41579"/>
                    <a:pt x="41579" y="0"/>
                    <a:pt x="92869" y="0"/>
                  </a:cubicBezTo>
                  <a:cubicBezTo>
                    <a:pt x="144159" y="0"/>
                    <a:pt x="185738" y="41579"/>
                    <a:pt x="185738" y="92869"/>
                  </a:cubicBezTo>
                  <a:close/>
                </a:path>
              </a:pathLst>
            </a:custGeom>
            <a:solidFill>
              <a:schemeClr val="lt2"/>
            </a:solidFill>
            <a:ln w="19050" cap="flat" cmpd="sng">
              <a:solidFill>
                <a:schemeClr val="dk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sp>
        <p:nvSpPr>
          <p:cNvPr id="571" name="Google Shape;571;p73"/>
          <p:cNvSpPr txBox="1">
            <a:spLocks noGrp="1"/>
          </p:cNvSpPr>
          <p:nvPr>
            <p:ph type="title"/>
          </p:nvPr>
        </p:nvSpPr>
        <p:spPr>
          <a:xfrm>
            <a:off x="720000" y="539500"/>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a:endParaRPr/>
          </a:p>
        </p:txBody>
      </p:sp>
      <p:sp>
        <p:nvSpPr>
          <p:cNvPr id="572" name="Google Shape;572;p73"/>
          <p:cNvSpPr txBox="1">
            <a:spLocks noGrp="1"/>
          </p:cNvSpPr>
          <p:nvPr>
            <p:ph type="body" idx="1"/>
          </p:nvPr>
        </p:nvSpPr>
        <p:spPr>
          <a:xfrm>
            <a:off x="720000" y="1215750"/>
            <a:ext cx="7704000" cy="17709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Clr>
                <a:schemeClr val="accent1"/>
              </a:buClr>
              <a:buSzPts val="1400"/>
              <a:buFont typeface="Arial"/>
              <a:buChar char="●"/>
              <a:defRPr/>
            </a:lvl1pPr>
            <a:lvl2pPr marL="914400" lvl="1" indent="-317500" algn="l">
              <a:lnSpc>
                <a:spcPct val="100000"/>
              </a:lnSpc>
              <a:spcBef>
                <a:spcPts val="0"/>
              </a:spcBef>
              <a:spcAft>
                <a:spcPts val="0"/>
              </a:spcAft>
              <a:buClr>
                <a:srgbClr val="000000"/>
              </a:buClr>
              <a:buSzPts val="1400"/>
              <a:buFont typeface="Arial"/>
              <a:buChar char="○"/>
              <a:defRPr/>
            </a:lvl2pPr>
            <a:lvl3pPr marL="1371600" lvl="2" indent="-317500" algn="l">
              <a:lnSpc>
                <a:spcPct val="100000"/>
              </a:lnSpc>
              <a:spcBef>
                <a:spcPts val="0"/>
              </a:spcBef>
              <a:spcAft>
                <a:spcPts val="0"/>
              </a:spcAft>
              <a:buClr>
                <a:srgbClr val="000000"/>
              </a:buClr>
              <a:buSzPts val="1400"/>
              <a:buFont typeface="Arial"/>
              <a:buChar char="■"/>
              <a:defRPr/>
            </a:lvl3pPr>
            <a:lvl4pPr marL="1828800" lvl="3" indent="-317500" algn="l">
              <a:lnSpc>
                <a:spcPct val="100000"/>
              </a:lnSpc>
              <a:spcBef>
                <a:spcPts val="0"/>
              </a:spcBef>
              <a:spcAft>
                <a:spcPts val="0"/>
              </a:spcAft>
              <a:buClr>
                <a:srgbClr val="000000"/>
              </a:buClr>
              <a:buSzPts val="1400"/>
              <a:buFont typeface="Arial"/>
              <a:buChar char="●"/>
              <a:defRPr/>
            </a:lvl4pPr>
            <a:lvl5pPr marL="2286000" lvl="4" indent="-317500" algn="l">
              <a:lnSpc>
                <a:spcPct val="100000"/>
              </a:lnSpc>
              <a:spcBef>
                <a:spcPts val="0"/>
              </a:spcBef>
              <a:spcAft>
                <a:spcPts val="0"/>
              </a:spcAft>
              <a:buClr>
                <a:srgbClr val="000000"/>
              </a:buClr>
              <a:buSzPts val="1400"/>
              <a:buFont typeface="Arial"/>
              <a:buChar char="○"/>
              <a:defRPr/>
            </a:lvl5pPr>
            <a:lvl6pPr marL="2743200" lvl="5" indent="-317500" algn="l">
              <a:lnSpc>
                <a:spcPct val="100000"/>
              </a:lnSpc>
              <a:spcBef>
                <a:spcPts val="0"/>
              </a:spcBef>
              <a:spcAft>
                <a:spcPts val="0"/>
              </a:spcAft>
              <a:buClr>
                <a:srgbClr val="000000"/>
              </a:buClr>
              <a:buSzPts val="1400"/>
              <a:buFont typeface="Arial"/>
              <a:buChar char="■"/>
              <a:defRPr/>
            </a:lvl6pPr>
            <a:lvl7pPr marL="3200400" lvl="6" indent="-317500" algn="l">
              <a:lnSpc>
                <a:spcPct val="100000"/>
              </a:lnSpc>
              <a:spcBef>
                <a:spcPts val="0"/>
              </a:spcBef>
              <a:spcAft>
                <a:spcPts val="0"/>
              </a:spcAft>
              <a:buClr>
                <a:srgbClr val="000000"/>
              </a:buClr>
              <a:buSzPts val="1400"/>
              <a:buFont typeface="Arial"/>
              <a:buChar char="●"/>
              <a:defRPr/>
            </a:lvl7pPr>
            <a:lvl8pPr marL="3657600" lvl="7" indent="-317500" algn="l">
              <a:lnSpc>
                <a:spcPct val="100000"/>
              </a:lnSpc>
              <a:spcBef>
                <a:spcPts val="0"/>
              </a:spcBef>
              <a:spcAft>
                <a:spcPts val="0"/>
              </a:spcAft>
              <a:buClr>
                <a:srgbClr val="000000"/>
              </a:buClr>
              <a:buSzPts val="1400"/>
              <a:buFont typeface="Arial"/>
              <a:buChar char="○"/>
              <a:defRPr/>
            </a:lvl8pPr>
            <a:lvl9pPr marL="4114800" lvl="8" indent="-317500" algn="l">
              <a:lnSpc>
                <a:spcPct val="100000"/>
              </a:lnSpc>
              <a:spcBef>
                <a:spcPts val="0"/>
              </a:spcBef>
              <a:spcAft>
                <a:spcPts val="0"/>
              </a:spcAft>
              <a:buClr>
                <a:srgbClr val="000000"/>
              </a:buClr>
              <a:buSzPts val="1400"/>
              <a:buFont typeface="Arial"/>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73"/>
        <p:cNvGrpSpPr/>
        <p:nvPr/>
      </p:nvGrpSpPr>
      <p:grpSpPr>
        <a:xfrm>
          <a:off x="0" y="0"/>
          <a:ext cx="0" cy="0"/>
          <a:chOff x="0" y="0"/>
          <a:chExt cx="0" cy="0"/>
        </a:xfrm>
      </p:grpSpPr>
      <p:grpSp>
        <p:nvGrpSpPr>
          <p:cNvPr id="574" name="Google Shape;574;p98"/>
          <p:cNvGrpSpPr/>
          <p:nvPr/>
        </p:nvGrpSpPr>
        <p:grpSpPr>
          <a:xfrm>
            <a:off x="0" y="0"/>
            <a:ext cx="9144000" cy="5142071"/>
            <a:chOff x="0" y="0"/>
            <a:chExt cx="12192000" cy="6856095"/>
          </a:xfrm>
        </p:grpSpPr>
        <p:grpSp>
          <p:nvGrpSpPr>
            <p:cNvPr id="575" name="Google Shape;575;p98"/>
            <p:cNvGrpSpPr/>
            <p:nvPr/>
          </p:nvGrpSpPr>
          <p:grpSpPr>
            <a:xfrm>
              <a:off x="11482324" y="0"/>
              <a:ext cx="6350" cy="6856095"/>
              <a:chOff x="11482324" y="0"/>
              <a:chExt cx="6350" cy="6856095"/>
            </a:xfrm>
          </p:grpSpPr>
          <p:sp>
            <p:nvSpPr>
              <p:cNvPr id="576" name="Google Shape;576;p98"/>
              <p:cNvSpPr/>
              <p:nvPr/>
            </p:nvSpPr>
            <p:spPr>
              <a:xfrm>
                <a:off x="11482324"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77" name="Google Shape;577;p98"/>
              <p:cNvSpPr/>
              <p:nvPr/>
            </p:nvSpPr>
            <p:spPr>
              <a:xfrm>
                <a:off x="11482324"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78" name="Google Shape;578;p98"/>
              <p:cNvSpPr/>
              <p:nvPr/>
            </p:nvSpPr>
            <p:spPr>
              <a:xfrm>
                <a:off x="11482324"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579" name="Google Shape;579;p98"/>
            <p:cNvGrpSpPr/>
            <p:nvPr/>
          </p:nvGrpSpPr>
          <p:grpSpPr>
            <a:xfrm>
              <a:off x="10502836" y="0"/>
              <a:ext cx="6350" cy="6856095"/>
              <a:chOff x="10502836" y="0"/>
              <a:chExt cx="6350" cy="6856095"/>
            </a:xfrm>
          </p:grpSpPr>
          <p:sp>
            <p:nvSpPr>
              <p:cNvPr id="580" name="Google Shape;580;p98"/>
              <p:cNvSpPr/>
              <p:nvPr/>
            </p:nvSpPr>
            <p:spPr>
              <a:xfrm>
                <a:off x="10502836"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81" name="Google Shape;581;p98"/>
              <p:cNvSpPr/>
              <p:nvPr/>
            </p:nvSpPr>
            <p:spPr>
              <a:xfrm>
                <a:off x="10502836"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82" name="Google Shape;582;p98"/>
              <p:cNvSpPr/>
              <p:nvPr/>
            </p:nvSpPr>
            <p:spPr>
              <a:xfrm>
                <a:off x="10502836"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583" name="Google Shape;583;p98"/>
            <p:cNvGrpSpPr/>
            <p:nvPr/>
          </p:nvGrpSpPr>
          <p:grpSpPr>
            <a:xfrm>
              <a:off x="9523412" y="0"/>
              <a:ext cx="6350" cy="6856095"/>
              <a:chOff x="9523412" y="0"/>
              <a:chExt cx="6350" cy="6856095"/>
            </a:xfrm>
          </p:grpSpPr>
          <p:sp>
            <p:nvSpPr>
              <p:cNvPr id="584" name="Google Shape;584;p98"/>
              <p:cNvSpPr/>
              <p:nvPr/>
            </p:nvSpPr>
            <p:spPr>
              <a:xfrm>
                <a:off x="9523412"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85" name="Google Shape;585;p98"/>
              <p:cNvSpPr/>
              <p:nvPr/>
            </p:nvSpPr>
            <p:spPr>
              <a:xfrm>
                <a:off x="9523412"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86" name="Google Shape;586;p98"/>
              <p:cNvSpPr/>
              <p:nvPr/>
            </p:nvSpPr>
            <p:spPr>
              <a:xfrm>
                <a:off x="9523412"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587" name="Google Shape;587;p98"/>
            <p:cNvGrpSpPr/>
            <p:nvPr/>
          </p:nvGrpSpPr>
          <p:grpSpPr>
            <a:xfrm>
              <a:off x="8543988" y="0"/>
              <a:ext cx="6350" cy="6856095"/>
              <a:chOff x="8543988" y="0"/>
              <a:chExt cx="6350" cy="6856095"/>
            </a:xfrm>
          </p:grpSpPr>
          <p:sp>
            <p:nvSpPr>
              <p:cNvPr id="588" name="Google Shape;588;p98"/>
              <p:cNvSpPr/>
              <p:nvPr/>
            </p:nvSpPr>
            <p:spPr>
              <a:xfrm>
                <a:off x="8543988"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89" name="Google Shape;589;p98"/>
              <p:cNvSpPr/>
              <p:nvPr/>
            </p:nvSpPr>
            <p:spPr>
              <a:xfrm>
                <a:off x="8543988"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90" name="Google Shape;590;p98"/>
              <p:cNvSpPr/>
              <p:nvPr/>
            </p:nvSpPr>
            <p:spPr>
              <a:xfrm>
                <a:off x="8543988"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591" name="Google Shape;591;p98"/>
            <p:cNvGrpSpPr/>
            <p:nvPr/>
          </p:nvGrpSpPr>
          <p:grpSpPr>
            <a:xfrm>
              <a:off x="7564564" y="0"/>
              <a:ext cx="6350" cy="6856095"/>
              <a:chOff x="7564564" y="0"/>
              <a:chExt cx="6350" cy="6856095"/>
            </a:xfrm>
          </p:grpSpPr>
          <p:sp>
            <p:nvSpPr>
              <p:cNvPr id="592" name="Google Shape;592;p98"/>
              <p:cNvSpPr/>
              <p:nvPr/>
            </p:nvSpPr>
            <p:spPr>
              <a:xfrm>
                <a:off x="7564564"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93" name="Google Shape;593;p98"/>
              <p:cNvSpPr/>
              <p:nvPr/>
            </p:nvSpPr>
            <p:spPr>
              <a:xfrm>
                <a:off x="7564564"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94" name="Google Shape;594;p98"/>
              <p:cNvSpPr/>
              <p:nvPr/>
            </p:nvSpPr>
            <p:spPr>
              <a:xfrm>
                <a:off x="7564564"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595" name="Google Shape;595;p98"/>
            <p:cNvGrpSpPr/>
            <p:nvPr/>
          </p:nvGrpSpPr>
          <p:grpSpPr>
            <a:xfrm>
              <a:off x="6585077" y="0"/>
              <a:ext cx="6350" cy="6856095"/>
              <a:chOff x="6585077" y="0"/>
              <a:chExt cx="6350" cy="6856095"/>
            </a:xfrm>
          </p:grpSpPr>
          <p:sp>
            <p:nvSpPr>
              <p:cNvPr id="596" name="Google Shape;596;p98"/>
              <p:cNvSpPr/>
              <p:nvPr/>
            </p:nvSpPr>
            <p:spPr>
              <a:xfrm>
                <a:off x="6585077"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97" name="Google Shape;597;p98"/>
              <p:cNvSpPr/>
              <p:nvPr/>
            </p:nvSpPr>
            <p:spPr>
              <a:xfrm>
                <a:off x="6585077"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98" name="Google Shape;598;p98"/>
              <p:cNvSpPr/>
              <p:nvPr/>
            </p:nvSpPr>
            <p:spPr>
              <a:xfrm>
                <a:off x="6585077"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599" name="Google Shape;599;p98"/>
            <p:cNvGrpSpPr/>
            <p:nvPr/>
          </p:nvGrpSpPr>
          <p:grpSpPr>
            <a:xfrm>
              <a:off x="5602224" y="0"/>
              <a:ext cx="6350" cy="6856095"/>
              <a:chOff x="5602224" y="0"/>
              <a:chExt cx="6350" cy="6856095"/>
            </a:xfrm>
          </p:grpSpPr>
          <p:sp>
            <p:nvSpPr>
              <p:cNvPr id="600" name="Google Shape;600;p98"/>
              <p:cNvSpPr/>
              <p:nvPr/>
            </p:nvSpPr>
            <p:spPr>
              <a:xfrm>
                <a:off x="5602224"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01" name="Google Shape;601;p98"/>
              <p:cNvSpPr/>
              <p:nvPr/>
            </p:nvSpPr>
            <p:spPr>
              <a:xfrm>
                <a:off x="5602224"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02" name="Google Shape;602;p98"/>
              <p:cNvSpPr/>
              <p:nvPr/>
            </p:nvSpPr>
            <p:spPr>
              <a:xfrm>
                <a:off x="5602224"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603" name="Google Shape;603;p98"/>
            <p:cNvGrpSpPr/>
            <p:nvPr/>
          </p:nvGrpSpPr>
          <p:grpSpPr>
            <a:xfrm>
              <a:off x="4622736" y="0"/>
              <a:ext cx="6350" cy="6856095"/>
              <a:chOff x="4622736" y="0"/>
              <a:chExt cx="6350" cy="6856095"/>
            </a:xfrm>
          </p:grpSpPr>
          <p:sp>
            <p:nvSpPr>
              <p:cNvPr id="604" name="Google Shape;604;p98"/>
              <p:cNvSpPr/>
              <p:nvPr/>
            </p:nvSpPr>
            <p:spPr>
              <a:xfrm>
                <a:off x="4622736"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05" name="Google Shape;605;p98"/>
              <p:cNvSpPr/>
              <p:nvPr/>
            </p:nvSpPr>
            <p:spPr>
              <a:xfrm>
                <a:off x="4622736"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06" name="Google Shape;606;p98"/>
              <p:cNvSpPr/>
              <p:nvPr/>
            </p:nvSpPr>
            <p:spPr>
              <a:xfrm>
                <a:off x="4622736"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607" name="Google Shape;607;p98"/>
            <p:cNvGrpSpPr/>
            <p:nvPr/>
          </p:nvGrpSpPr>
          <p:grpSpPr>
            <a:xfrm>
              <a:off x="3643312" y="0"/>
              <a:ext cx="6350" cy="6856095"/>
              <a:chOff x="3643312" y="0"/>
              <a:chExt cx="6350" cy="6856095"/>
            </a:xfrm>
          </p:grpSpPr>
          <p:sp>
            <p:nvSpPr>
              <p:cNvPr id="608" name="Google Shape;608;p98"/>
              <p:cNvSpPr/>
              <p:nvPr/>
            </p:nvSpPr>
            <p:spPr>
              <a:xfrm>
                <a:off x="3643312"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09" name="Google Shape;609;p98"/>
              <p:cNvSpPr/>
              <p:nvPr/>
            </p:nvSpPr>
            <p:spPr>
              <a:xfrm>
                <a:off x="3643312"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10" name="Google Shape;610;p98"/>
              <p:cNvSpPr/>
              <p:nvPr/>
            </p:nvSpPr>
            <p:spPr>
              <a:xfrm>
                <a:off x="3643312"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611" name="Google Shape;611;p98"/>
            <p:cNvGrpSpPr/>
            <p:nvPr/>
          </p:nvGrpSpPr>
          <p:grpSpPr>
            <a:xfrm>
              <a:off x="2663888" y="0"/>
              <a:ext cx="6350" cy="6856095"/>
              <a:chOff x="2663888" y="0"/>
              <a:chExt cx="6350" cy="6856095"/>
            </a:xfrm>
          </p:grpSpPr>
          <p:sp>
            <p:nvSpPr>
              <p:cNvPr id="612" name="Google Shape;612;p98"/>
              <p:cNvSpPr/>
              <p:nvPr/>
            </p:nvSpPr>
            <p:spPr>
              <a:xfrm>
                <a:off x="2663888"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13" name="Google Shape;613;p98"/>
              <p:cNvSpPr/>
              <p:nvPr/>
            </p:nvSpPr>
            <p:spPr>
              <a:xfrm>
                <a:off x="2663888"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14" name="Google Shape;614;p98"/>
              <p:cNvSpPr/>
              <p:nvPr/>
            </p:nvSpPr>
            <p:spPr>
              <a:xfrm>
                <a:off x="2663888"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615" name="Google Shape;615;p98"/>
            <p:cNvGrpSpPr/>
            <p:nvPr/>
          </p:nvGrpSpPr>
          <p:grpSpPr>
            <a:xfrm>
              <a:off x="1684464" y="0"/>
              <a:ext cx="6350" cy="6856095"/>
              <a:chOff x="1684464" y="0"/>
              <a:chExt cx="6350" cy="6856095"/>
            </a:xfrm>
          </p:grpSpPr>
          <p:sp>
            <p:nvSpPr>
              <p:cNvPr id="616" name="Google Shape;616;p98"/>
              <p:cNvSpPr/>
              <p:nvPr/>
            </p:nvSpPr>
            <p:spPr>
              <a:xfrm>
                <a:off x="1684464"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17" name="Google Shape;617;p98"/>
              <p:cNvSpPr/>
              <p:nvPr/>
            </p:nvSpPr>
            <p:spPr>
              <a:xfrm>
                <a:off x="1684464"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18" name="Google Shape;618;p98"/>
              <p:cNvSpPr/>
              <p:nvPr/>
            </p:nvSpPr>
            <p:spPr>
              <a:xfrm>
                <a:off x="1684464"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619" name="Google Shape;619;p98"/>
            <p:cNvGrpSpPr/>
            <p:nvPr/>
          </p:nvGrpSpPr>
          <p:grpSpPr>
            <a:xfrm>
              <a:off x="704977" y="0"/>
              <a:ext cx="6350" cy="6856095"/>
              <a:chOff x="704977" y="0"/>
              <a:chExt cx="6350" cy="6856095"/>
            </a:xfrm>
          </p:grpSpPr>
          <p:sp>
            <p:nvSpPr>
              <p:cNvPr id="620" name="Google Shape;620;p98"/>
              <p:cNvSpPr/>
              <p:nvPr/>
            </p:nvSpPr>
            <p:spPr>
              <a:xfrm>
                <a:off x="704977"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21" name="Google Shape;621;p98"/>
              <p:cNvSpPr/>
              <p:nvPr/>
            </p:nvSpPr>
            <p:spPr>
              <a:xfrm>
                <a:off x="704977"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22" name="Google Shape;622;p98"/>
              <p:cNvSpPr/>
              <p:nvPr/>
            </p:nvSpPr>
            <p:spPr>
              <a:xfrm>
                <a:off x="704977"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623" name="Google Shape;623;p98"/>
            <p:cNvGrpSpPr/>
            <p:nvPr/>
          </p:nvGrpSpPr>
          <p:grpSpPr>
            <a:xfrm>
              <a:off x="0" y="6093333"/>
              <a:ext cx="12192000" cy="6350"/>
              <a:chOff x="0" y="6093333"/>
              <a:chExt cx="12192000" cy="6350"/>
            </a:xfrm>
          </p:grpSpPr>
          <p:sp>
            <p:nvSpPr>
              <p:cNvPr id="624" name="Google Shape;624;p98"/>
              <p:cNvSpPr/>
              <p:nvPr/>
            </p:nvSpPr>
            <p:spPr>
              <a:xfrm>
                <a:off x="12169775" y="6093333"/>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25" name="Google Shape;625;p98"/>
              <p:cNvSpPr/>
              <p:nvPr/>
            </p:nvSpPr>
            <p:spPr>
              <a:xfrm>
                <a:off x="44450" y="6093333"/>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26" name="Google Shape;626;p98"/>
              <p:cNvSpPr/>
              <p:nvPr/>
            </p:nvSpPr>
            <p:spPr>
              <a:xfrm>
                <a:off x="0" y="6093333"/>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627" name="Google Shape;627;p98"/>
            <p:cNvGrpSpPr/>
            <p:nvPr/>
          </p:nvGrpSpPr>
          <p:grpSpPr>
            <a:xfrm>
              <a:off x="0" y="5330571"/>
              <a:ext cx="12192000" cy="6350"/>
              <a:chOff x="0" y="5330571"/>
              <a:chExt cx="12192000" cy="6350"/>
            </a:xfrm>
          </p:grpSpPr>
          <p:sp>
            <p:nvSpPr>
              <p:cNvPr id="628" name="Google Shape;628;p98"/>
              <p:cNvSpPr/>
              <p:nvPr/>
            </p:nvSpPr>
            <p:spPr>
              <a:xfrm>
                <a:off x="12169775" y="5330571"/>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29" name="Google Shape;629;p98"/>
              <p:cNvSpPr/>
              <p:nvPr/>
            </p:nvSpPr>
            <p:spPr>
              <a:xfrm>
                <a:off x="44450" y="5330571"/>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30" name="Google Shape;630;p98"/>
              <p:cNvSpPr/>
              <p:nvPr/>
            </p:nvSpPr>
            <p:spPr>
              <a:xfrm>
                <a:off x="0" y="5330571"/>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631" name="Google Shape;631;p98"/>
            <p:cNvGrpSpPr/>
            <p:nvPr/>
          </p:nvGrpSpPr>
          <p:grpSpPr>
            <a:xfrm>
              <a:off x="0" y="4567872"/>
              <a:ext cx="12192000" cy="6350"/>
              <a:chOff x="0" y="4567872"/>
              <a:chExt cx="12192000" cy="6350"/>
            </a:xfrm>
          </p:grpSpPr>
          <p:sp>
            <p:nvSpPr>
              <p:cNvPr id="632" name="Google Shape;632;p98"/>
              <p:cNvSpPr/>
              <p:nvPr/>
            </p:nvSpPr>
            <p:spPr>
              <a:xfrm>
                <a:off x="12169775" y="4567872"/>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33" name="Google Shape;633;p98"/>
              <p:cNvSpPr/>
              <p:nvPr/>
            </p:nvSpPr>
            <p:spPr>
              <a:xfrm>
                <a:off x="44450" y="4567872"/>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34" name="Google Shape;634;p98"/>
              <p:cNvSpPr/>
              <p:nvPr/>
            </p:nvSpPr>
            <p:spPr>
              <a:xfrm>
                <a:off x="0" y="4567872"/>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635" name="Google Shape;635;p98"/>
            <p:cNvGrpSpPr/>
            <p:nvPr/>
          </p:nvGrpSpPr>
          <p:grpSpPr>
            <a:xfrm>
              <a:off x="0" y="3805110"/>
              <a:ext cx="12192000" cy="6350"/>
              <a:chOff x="0" y="3805110"/>
              <a:chExt cx="12192000" cy="6350"/>
            </a:xfrm>
          </p:grpSpPr>
          <p:sp>
            <p:nvSpPr>
              <p:cNvPr id="636" name="Google Shape;636;p98"/>
              <p:cNvSpPr/>
              <p:nvPr/>
            </p:nvSpPr>
            <p:spPr>
              <a:xfrm>
                <a:off x="12169775" y="3805110"/>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37" name="Google Shape;637;p98"/>
              <p:cNvSpPr/>
              <p:nvPr/>
            </p:nvSpPr>
            <p:spPr>
              <a:xfrm>
                <a:off x="44450" y="3805110"/>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38" name="Google Shape;638;p98"/>
              <p:cNvSpPr/>
              <p:nvPr/>
            </p:nvSpPr>
            <p:spPr>
              <a:xfrm>
                <a:off x="0" y="3805110"/>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639" name="Google Shape;639;p98"/>
            <p:cNvGrpSpPr/>
            <p:nvPr/>
          </p:nvGrpSpPr>
          <p:grpSpPr>
            <a:xfrm>
              <a:off x="0" y="3050921"/>
              <a:ext cx="12192000" cy="6350"/>
              <a:chOff x="0" y="3050921"/>
              <a:chExt cx="12192000" cy="6350"/>
            </a:xfrm>
          </p:grpSpPr>
          <p:sp>
            <p:nvSpPr>
              <p:cNvPr id="640" name="Google Shape;640;p98"/>
              <p:cNvSpPr/>
              <p:nvPr/>
            </p:nvSpPr>
            <p:spPr>
              <a:xfrm>
                <a:off x="12169775" y="3050921"/>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41" name="Google Shape;641;p98"/>
              <p:cNvSpPr/>
              <p:nvPr/>
            </p:nvSpPr>
            <p:spPr>
              <a:xfrm>
                <a:off x="44450" y="3050921"/>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42" name="Google Shape;642;p98"/>
              <p:cNvSpPr/>
              <p:nvPr/>
            </p:nvSpPr>
            <p:spPr>
              <a:xfrm>
                <a:off x="0" y="3050921"/>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643" name="Google Shape;643;p98"/>
            <p:cNvGrpSpPr/>
            <p:nvPr/>
          </p:nvGrpSpPr>
          <p:grpSpPr>
            <a:xfrm>
              <a:off x="0" y="2288222"/>
              <a:ext cx="12192000" cy="6350"/>
              <a:chOff x="0" y="2288222"/>
              <a:chExt cx="12192000" cy="6350"/>
            </a:xfrm>
          </p:grpSpPr>
          <p:sp>
            <p:nvSpPr>
              <p:cNvPr id="644" name="Google Shape;644;p98"/>
              <p:cNvSpPr/>
              <p:nvPr/>
            </p:nvSpPr>
            <p:spPr>
              <a:xfrm>
                <a:off x="12169775" y="2288222"/>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45" name="Google Shape;645;p98"/>
              <p:cNvSpPr/>
              <p:nvPr/>
            </p:nvSpPr>
            <p:spPr>
              <a:xfrm>
                <a:off x="44450" y="2288222"/>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46" name="Google Shape;646;p98"/>
              <p:cNvSpPr/>
              <p:nvPr/>
            </p:nvSpPr>
            <p:spPr>
              <a:xfrm>
                <a:off x="0" y="2288222"/>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647" name="Google Shape;647;p98"/>
            <p:cNvGrpSpPr/>
            <p:nvPr/>
          </p:nvGrpSpPr>
          <p:grpSpPr>
            <a:xfrm>
              <a:off x="0" y="1525460"/>
              <a:ext cx="12192000" cy="6350"/>
              <a:chOff x="0" y="1525460"/>
              <a:chExt cx="12192000" cy="6350"/>
            </a:xfrm>
          </p:grpSpPr>
          <p:sp>
            <p:nvSpPr>
              <p:cNvPr id="648" name="Google Shape;648;p98"/>
              <p:cNvSpPr/>
              <p:nvPr/>
            </p:nvSpPr>
            <p:spPr>
              <a:xfrm>
                <a:off x="12169775" y="1525460"/>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49" name="Google Shape;649;p98"/>
              <p:cNvSpPr/>
              <p:nvPr/>
            </p:nvSpPr>
            <p:spPr>
              <a:xfrm>
                <a:off x="44450" y="1525460"/>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50" name="Google Shape;650;p98"/>
              <p:cNvSpPr/>
              <p:nvPr/>
            </p:nvSpPr>
            <p:spPr>
              <a:xfrm>
                <a:off x="0" y="1525460"/>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651" name="Google Shape;651;p98"/>
            <p:cNvGrpSpPr/>
            <p:nvPr/>
          </p:nvGrpSpPr>
          <p:grpSpPr>
            <a:xfrm>
              <a:off x="0" y="762762"/>
              <a:ext cx="12192000" cy="6350"/>
              <a:chOff x="0" y="762762"/>
              <a:chExt cx="12192000" cy="6350"/>
            </a:xfrm>
          </p:grpSpPr>
          <p:sp>
            <p:nvSpPr>
              <p:cNvPr id="652" name="Google Shape;652;p98"/>
              <p:cNvSpPr/>
              <p:nvPr/>
            </p:nvSpPr>
            <p:spPr>
              <a:xfrm>
                <a:off x="12169775" y="762762"/>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53" name="Google Shape;653;p98"/>
              <p:cNvSpPr/>
              <p:nvPr/>
            </p:nvSpPr>
            <p:spPr>
              <a:xfrm>
                <a:off x="44450" y="762762"/>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54" name="Google Shape;654;p98"/>
              <p:cNvSpPr/>
              <p:nvPr/>
            </p:nvSpPr>
            <p:spPr>
              <a:xfrm>
                <a:off x="0" y="762762"/>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pic>
        <p:nvPicPr>
          <p:cNvPr id="655" name="Google Shape;655;p98"/>
          <p:cNvPicPr preferRelativeResize="0"/>
          <p:nvPr/>
        </p:nvPicPr>
        <p:blipFill rotWithShape="1">
          <a:blip r:embed="rId2">
            <a:alphaModFix/>
          </a:blip>
          <a:srcRect l="-9019" r="9019" b="11855"/>
          <a:stretch/>
        </p:blipFill>
        <p:spPr>
          <a:xfrm rot="-5400000">
            <a:off x="5496125" y="1507794"/>
            <a:ext cx="5163774" cy="2131975"/>
          </a:xfrm>
          <a:prstGeom prst="rect">
            <a:avLst/>
          </a:prstGeom>
          <a:noFill/>
          <a:ln>
            <a:noFill/>
          </a:ln>
        </p:spPr>
      </p:pic>
      <p:sp>
        <p:nvSpPr>
          <p:cNvPr id="656" name="Google Shape;656;p98"/>
          <p:cNvSpPr/>
          <p:nvPr/>
        </p:nvSpPr>
        <p:spPr>
          <a:xfrm>
            <a:off x="535200" y="578100"/>
            <a:ext cx="8073600" cy="3987300"/>
          </a:xfrm>
          <a:prstGeom prst="rect">
            <a:avLst/>
          </a:prstGeom>
          <a:solidFill>
            <a:schemeClr val="lt1"/>
          </a:solidFill>
          <a:ln>
            <a:noFill/>
          </a:ln>
          <a:effectLst>
            <a:outerShdw blurRad="285750" dist="19050" dir="5400000" algn="bl" rotWithShape="0">
              <a:schemeClr val="dk1">
                <a:alpha val="49411"/>
              </a:scheme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grpSp>
        <p:nvGrpSpPr>
          <p:cNvPr id="657" name="Google Shape;657;p98"/>
          <p:cNvGrpSpPr/>
          <p:nvPr/>
        </p:nvGrpSpPr>
        <p:grpSpPr>
          <a:xfrm>
            <a:off x="-868200" y="-1018150"/>
            <a:ext cx="3810000" cy="2254901"/>
            <a:chOff x="2287428" y="526446"/>
            <a:chExt cx="7620000" cy="4509801"/>
          </a:xfrm>
        </p:grpSpPr>
        <p:sp>
          <p:nvSpPr>
            <p:cNvPr id="658" name="Google Shape;658;p98"/>
            <p:cNvSpPr/>
            <p:nvPr/>
          </p:nvSpPr>
          <p:spPr>
            <a:xfrm>
              <a:off x="2287428" y="526446"/>
              <a:ext cx="7620000" cy="4509801"/>
            </a:xfrm>
            <a:custGeom>
              <a:avLst/>
              <a:gdLst/>
              <a:ahLst/>
              <a:cxnLst/>
              <a:rect l="l" t="t" r="r" b="b"/>
              <a:pathLst>
                <a:path w="7620000" h="4509801" extrusionOk="0">
                  <a:moveTo>
                    <a:pt x="0" y="4509802"/>
                  </a:moveTo>
                  <a:lnTo>
                    <a:pt x="990314" y="3328702"/>
                  </a:lnTo>
                  <a:lnTo>
                    <a:pt x="1576102" y="3471672"/>
                  </a:lnTo>
                  <a:lnTo>
                    <a:pt x="2812733" y="2571560"/>
                  </a:lnTo>
                  <a:lnTo>
                    <a:pt x="3550635" y="2938272"/>
                  </a:lnTo>
                  <a:lnTo>
                    <a:pt x="4511802" y="1857280"/>
                  </a:lnTo>
                  <a:lnTo>
                    <a:pt x="5519261" y="1881283"/>
                  </a:lnTo>
                  <a:lnTo>
                    <a:pt x="6905054" y="1204817"/>
                  </a:lnTo>
                  <a:lnTo>
                    <a:pt x="7620000" y="0"/>
                  </a:lnTo>
                </a:path>
              </a:pathLst>
            </a:custGeom>
            <a:noFill/>
            <a:ln w="19050" cap="flat" cmpd="sng">
              <a:solidFill>
                <a:schemeClr val="dk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59" name="Google Shape;659;p98"/>
            <p:cNvSpPr/>
            <p:nvPr/>
          </p:nvSpPr>
          <p:spPr>
            <a:xfrm>
              <a:off x="3773138" y="3907726"/>
              <a:ext cx="185737" cy="185737"/>
            </a:xfrm>
            <a:custGeom>
              <a:avLst/>
              <a:gdLst/>
              <a:ahLst/>
              <a:cxnLst/>
              <a:rect l="l" t="t" r="r" b="b"/>
              <a:pathLst>
                <a:path w="185737" h="185737" extrusionOk="0">
                  <a:moveTo>
                    <a:pt x="185738" y="92869"/>
                  </a:moveTo>
                  <a:cubicBezTo>
                    <a:pt x="185738" y="144159"/>
                    <a:pt x="144159" y="185738"/>
                    <a:pt x="92869" y="185738"/>
                  </a:cubicBezTo>
                  <a:cubicBezTo>
                    <a:pt x="41579" y="185738"/>
                    <a:pt x="0" y="144159"/>
                    <a:pt x="0" y="92869"/>
                  </a:cubicBezTo>
                  <a:cubicBezTo>
                    <a:pt x="0" y="41579"/>
                    <a:pt x="41579" y="0"/>
                    <a:pt x="92869" y="0"/>
                  </a:cubicBezTo>
                  <a:cubicBezTo>
                    <a:pt x="144159" y="0"/>
                    <a:pt x="185738" y="41579"/>
                    <a:pt x="185738" y="92869"/>
                  </a:cubicBezTo>
                  <a:close/>
                </a:path>
              </a:pathLst>
            </a:custGeom>
            <a:solidFill>
              <a:schemeClr val="lt1"/>
            </a:solidFill>
            <a:ln w="19050" cap="flat" cmpd="sng">
              <a:solidFill>
                <a:schemeClr val="dk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60" name="Google Shape;660;p98"/>
            <p:cNvSpPr/>
            <p:nvPr/>
          </p:nvSpPr>
          <p:spPr>
            <a:xfrm>
              <a:off x="5744813" y="3374326"/>
              <a:ext cx="185737" cy="185737"/>
            </a:xfrm>
            <a:custGeom>
              <a:avLst/>
              <a:gdLst/>
              <a:ahLst/>
              <a:cxnLst/>
              <a:rect l="l" t="t" r="r" b="b"/>
              <a:pathLst>
                <a:path w="185737" h="185737" extrusionOk="0">
                  <a:moveTo>
                    <a:pt x="185738" y="92869"/>
                  </a:moveTo>
                  <a:cubicBezTo>
                    <a:pt x="185738" y="144159"/>
                    <a:pt x="144159" y="185738"/>
                    <a:pt x="92869" y="185738"/>
                  </a:cubicBezTo>
                  <a:cubicBezTo>
                    <a:pt x="41579" y="185738"/>
                    <a:pt x="0" y="144159"/>
                    <a:pt x="0" y="92869"/>
                  </a:cubicBezTo>
                  <a:cubicBezTo>
                    <a:pt x="0" y="41579"/>
                    <a:pt x="41579" y="0"/>
                    <a:pt x="92869" y="0"/>
                  </a:cubicBezTo>
                  <a:cubicBezTo>
                    <a:pt x="144159" y="0"/>
                    <a:pt x="185738" y="41579"/>
                    <a:pt x="185738" y="92869"/>
                  </a:cubicBezTo>
                  <a:close/>
                </a:path>
              </a:pathLst>
            </a:custGeom>
            <a:solidFill>
              <a:schemeClr val="lt1"/>
            </a:solidFill>
            <a:ln w="19050" cap="flat" cmpd="sng">
              <a:solidFill>
                <a:schemeClr val="dk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61" name="Google Shape;661;p98"/>
            <p:cNvSpPr/>
            <p:nvPr/>
          </p:nvSpPr>
          <p:spPr>
            <a:xfrm>
              <a:off x="7716488" y="2317051"/>
              <a:ext cx="185737" cy="185737"/>
            </a:xfrm>
            <a:custGeom>
              <a:avLst/>
              <a:gdLst/>
              <a:ahLst/>
              <a:cxnLst/>
              <a:rect l="l" t="t" r="r" b="b"/>
              <a:pathLst>
                <a:path w="185737" h="185737" extrusionOk="0">
                  <a:moveTo>
                    <a:pt x="185738" y="92869"/>
                  </a:moveTo>
                  <a:cubicBezTo>
                    <a:pt x="185738" y="144159"/>
                    <a:pt x="144159" y="185737"/>
                    <a:pt x="92869" y="185737"/>
                  </a:cubicBezTo>
                  <a:cubicBezTo>
                    <a:pt x="41579" y="185737"/>
                    <a:pt x="0" y="144159"/>
                    <a:pt x="0" y="92869"/>
                  </a:cubicBezTo>
                  <a:cubicBezTo>
                    <a:pt x="0" y="41579"/>
                    <a:pt x="41579" y="0"/>
                    <a:pt x="92869" y="0"/>
                  </a:cubicBezTo>
                  <a:cubicBezTo>
                    <a:pt x="144159" y="0"/>
                    <a:pt x="185738" y="41579"/>
                    <a:pt x="185738" y="92869"/>
                  </a:cubicBezTo>
                  <a:close/>
                </a:path>
              </a:pathLst>
            </a:custGeom>
            <a:solidFill>
              <a:schemeClr val="lt1"/>
            </a:solidFill>
            <a:ln w="19050" cap="flat" cmpd="sng">
              <a:solidFill>
                <a:schemeClr val="dk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62" name="Google Shape;662;p98"/>
            <p:cNvSpPr/>
            <p:nvPr/>
          </p:nvSpPr>
          <p:spPr>
            <a:xfrm rot="-2700000">
              <a:off x="9128498" y="1671953"/>
              <a:ext cx="119701" cy="119701"/>
            </a:xfrm>
            <a:custGeom>
              <a:avLst/>
              <a:gdLst/>
              <a:ahLst/>
              <a:cxnLst/>
              <a:rect l="l" t="t" r="r" b="b"/>
              <a:pathLst>
                <a:path w="119634" h="119634" extrusionOk="0">
                  <a:moveTo>
                    <a:pt x="0" y="0"/>
                  </a:moveTo>
                  <a:lnTo>
                    <a:pt x="119634" y="0"/>
                  </a:lnTo>
                  <a:lnTo>
                    <a:pt x="119634" y="119634"/>
                  </a:lnTo>
                  <a:lnTo>
                    <a:pt x="0" y="119634"/>
                  </a:lnTo>
                  <a:close/>
                </a:path>
              </a:pathLst>
            </a:custGeom>
            <a:solidFill>
              <a:schemeClr val="lt1"/>
            </a:solidFill>
            <a:ln w="19050"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63" name="Google Shape;663;p98"/>
            <p:cNvSpPr/>
            <p:nvPr/>
          </p:nvSpPr>
          <p:spPr>
            <a:xfrm rot="-2700000">
              <a:off x="6747282" y="2329246"/>
              <a:ext cx="119701" cy="119701"/>
            </a:xfrm>
            <a:custGeom>
              <a:avLst/>
              <a:gdLst/>
              <a:ahLst/>
              <a:cxnLst/>
              <a:rect l="l" t="t" r="r" b="b"/>
              <a:pathLst>
                <a:path w="119634" h="119634" extrusionOk="0">
                  <a:moveTo>
                    <a:pt x="0" y="0"/>
                  </a:moveTo>
                  <a:lnTo>
                    <a:pt x="119634" y="0"/>
                  </a:lnTo>
                  <a:lnTo>
                    <a:pt x="119634" y="119634"/>
                  </a:lnTo>
                  <a:lnTo>
                    <a:pt x="0" y="119634"/>
                  </a:lnTo>
                  <a:close/>
                </a:path>
              </a:pathLst>
            </a:custGeom>
            <a:solidFill>
              <a:schemeClr val="lt1"/>
            </a:solidFill>
            <a:ln w="19050"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64" name="Google Shape;664;p98"/>
            <p:cNvSpPr/>
            <p:nvPr/>
          </p:nvSpPr>
          <p:spPr>
            <a:xfrm rot="-2700000">
              <a:off x="5042248" y="3034077"/>
              <a:ext cx="119701" cy="119701"/>
            </a:xfrm>
            <a:custGeom>
              <a:avLst/>
              <a:gdLst/>
              <a:ahLst/>
              <a:cxnLst/>
              <a:rect l="l" t="t" r="r" b="b"/>
              <a:pathLst>
                <a:path w="119634" h="119634" extrusionOk="0">
                  <a:moveTo>
                    <a:pt x="0" y="0"/>
                  </a:moveTo>
                  <a:lnTo>
                    <a:pt x="119634" y="0"/>
                  </a:lnTo>
                  <a:lnTo>
                    <a:pt x="119634" y="119634"/>
                  </a:lnTo>
                  <a:lnTo>
                    <a:pt x="0" y="119634"/>
                  </a:lnTo>
                  <a:close/>
                </a:path>
              </a:pathLst>
            </a:custGeom>
            <a:solidFill>
              <a:schemeClr val="lt1"/>
            </a:solidFill>
            <a:ln w="19050"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65" name="Google Shape;665;p98"/>
            <p:cNvSpPr/>
            <p:nvPr/>
          </p:nvSpPr>
          <p:spPr>
            <a:xfrm rot="-2700000">
              <a:off x="3222984" y="3796039"/>
              <a:ext cx="119701" cy="119701"/>
            </a:xfrm>
            <a:custGeom>
              <a:avLst/>
              <a:gdLst/>
              <a:ahLst/>
              <a:cxnLst/>
              <a:rect l="l" t="t" r="r" b="b"/>
              <a:pathLst>
                <a:path w="119634" h="119634" extrusionOk="0">
                  <a:moveTo>
                    <a:pt x="0" y="0"/>
                  </a:moveTo>
                  <a:lnTo>
                    <a:pt x="119634" y="0"/>
                  </a:lnTo>
                  <a:lnTo>
                    <a:pt x="119634" y="119634"/>
                  </a:lnTo>
                  <a:lnTo>
                    <a:pt x="0" y="119634"/>
                  </a:lnTo>
                  <a:close/>
                </a:path>
              </a:pathLst>
            </a:custGeom>
            <a:solidFill>
              <a:schemeClr val="lt1"/>
            </a:solidFill>
            <a:ln w="19050"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sp>
        <p:nvSpPr>
          <p:cNvPr id="666" name="Google Shape;666;p98"/>
          <p:cNvSpPr txBox="1">
            <a:spLocks noGrp="1"/>
          </p:cNvSpPr>
          <p:nvPr>
            <p:ph type="title"/>
          </p:nvPr>
        </p:nvSpPr>
        <p:spPr>
          <a:xfrm>
            <a:off x="2413859" y="1850938"/>
            <a:ext cx="5694300" cy="9159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600"/>
              <a:buNone/>
              <a:defRPr sz="50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667" name="Google Shape;667;p98"/>
          <p:cNvSpPr txBox="1">
            <a:spLocks noGrp="1"/>
          </p:cNvSpPr>
          <p:nvPr>
            <p:ph type="title" idx="2"/>
          </p:nvPr>
        </p:nvSpPr>
        <p:spPr>
          <a:xfrm>
            <a:off x="1035841" y="2068800"/>
            <a:ext cx="1005900" cy="1005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lvl1pPr lvl="0" algn="ctr">
              <a:lnSpc>
                <a:spcPct val="100000"/>
              </a:lnSpc>
              <a:spcBef>
                <a:spcPts val="0"/>
              </a:spcBef>
              <a:spcAft>
                <a:spcPts val="0"/>
              </a:spcAft>
              <a:buClr>
                <a:schemeClr val="lt1"/>
              </a:buClr>
              <a:buSzPts val="6000"/>
              <a:buNone/>
              <a:defRPr sz="6000">
                <a:solidFill>
                  <a:schemeClr val="accent1"/>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a:endParaRPr/>
          </a:p>
        </p:txBody>
      </p:sp>
      <p:sp>
        <p:nvSpPr>
          <p:cNvPr id="668" name="Google Shape;668;p98"/>
          <p:cNvSpPr txBox="1">
            <a:spLocks noGrp="1"/>
          </p:cNvSpPr>
          <p:nvPr>
            <p:ph type="subTitle" idx="1"/>
          </p:nvPr>
        </p:nvSpPr>
        <p:spPr>
          <a:xfrm>
            <a:off x="2413859" y="2917563"/>
            <a:ext cx="5694300" cy="3750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69"/>
        <p:cNvGrpSpPr/>
        <p:nvPr/>
      </p:nvGrpSpPr>
      <p:grpSpPr>
        <a:xfrm>
          <a:off x="0" y="0"/>
          <a:ext cx="0" cy="0"/>
          <a:chOff x="0" y="0"/>
          <a:chExt cx="0" cy="0"/>
        </a:xfrm>
      </p:grpSpPr>
      <p:grpSp>
        <p:nvGrpSpPr>
          <p:cNvPr id="670" name="Google Shape;670;p99"/>
          <p:cNvGrpSpPr/>
          <p:nvPr/>
        </p:nvGrpSpPr>
        <p:grpSpPr>
          <a:xfrm>
            <a:off x="0" y="0"/>
            <a:ext cx="9144000" cy="5142071"/>
            <a:chOff x="0" y="0"/>
            <a:chExt cx="12192000" cy="6856095"/>
          </a:xfrm>
        </p:grpSpPr>
        <p:grpSp>
          <p:nvGrpSpPr>
            <p:cNvPr id="671" name="Google Shape;671;p99"/>
            <p:cNvGrpSpPr/>
            <p:nvPr/>
          </p:nvGrpSpPr>
          <p:grpSpPr>
            <a:xfrm>
              <a:off x="11482324" y="0"/>
              <a:ext cx="6350" cy="6856095"/>
              <a:chOff x="11482324" y="0"/>
              <a:chExt cx="6350" cy="6856095"/>
            </a:xfrm>
          </p:grpSpPr>
          <p:sp>
            <p:nvSpPr>
              <p:cNvPr id="672" name="Google Shape;672;p99"/>
              <p:cNvSpPr/>
              <p:nvPr/>
            </p:nvSpPr>
            <p:spPr>
              <a:xfrm>
                <a:off x="11482324"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73" name="Google Shape;673;p99"/>
              <p:cNvSpPr/>
              <p:nvPr/>
            </p:nvSpPr>
            <p:spPr>
              <a:xfrm>
                <a:off x="11482324"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74" name="Google Shape;674;p99"/>
              <p:cNvSpPr/>
              <p:nvPr/>
            </p:nvSpPr>
            <p:spPr>
              <a:xfrm>
                <a:off x="11482324"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675" name="Google Shape;675;p99"/>
            <p:cNvGrpSpPr/>
            <p:nvPr/>
          </p:nvGrpSpPr>
          <p:grpSpPr>
            <a:xfrm>
              <a:off x="10502836" y="0"/>
              <a:ext cx="6350" cy="6856095"/>
              <a:chOff x="10502836" y="0"/>
              <a:chExt cx="6350" cy="6856095"/>
            </a:xfrm>
          </p:grpSpPr>
          <p:sp>
            <p:nvSpPr>
              <p:cNvPr id="676" name="Google Shape;676;p99"/>
              <p:cNvSpPr/>
              <p:nvPr/>
            </p:nvSpPr>
            <p:spPr>
              <a:xfrm>
                <a:off x="10502836"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77" name="Google Shape;677;p99"/>
              <p:cNvSpPr/>
              <p:nvPr/>
            </p:nvSpPr>
            <p:spPr>
              <a:xfrm>
                <a:off x="10502836"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78" name="Google Shape;678;p99"/>
              <p:cNvSpPr/>
              <p:nvPr/>
            </p:nvSpPr>
            <p:spPr>
              <a:xfrm>
                <a:off x="10502836"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679" name="Google Shape;679;p99"/>
            <p:cNvGrpSpPr/>
            <p:nvPr/>
          </p:nvGrpSpPr>
          <p:grpSpPr>
            <a:xfrm>
              <a:off x="9523412" y="0"/>
              <a:ext cx="6350" cy="6856095"/>
              <a:chOff x="9523412" y="0"/>
              <a:chExt cx="6350" cy="6856095"/>
            </a:xfrm>
          </p:grpSpPr>
          <p:sp>
            <p:nvSpPr>
              <p:cNvPr id="680" name="Google Shape;680;p99"/>
              <p:cNvSpPr/>
              <p:nvPr/>
            </p:nvSpPr>
            <p:spPr>
              <a:xfrm>
                <a:off x="9523412"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81" name="Google Shape;681;p99"/>
              <p:cNvSpPr/>
              <p:nvPr/>
            </p:nvSpPr>
            <p:spPr>
              <a:xfrm>
                <a:off x="9523412"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82" name="Google Shape;682;p99"/>
              <p:cNvSpPr/>
              <p:nvPr/>
            </p:nvSpPr>
            <p:spPr>
              <a:xfrm>
                <a:off x="9523412"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683" name="Google Shape;683;p99"/>
            <p:cNvGrpSpPr/>
            <p:nvPr/>
          </p:nvGrpSpPr>
          <p:grpSpPr>
            <a:xfrm>
              <a:off x="8543988" y="0"/>
              <a:ext cx="6350" cy="6856095"/>
              <a:chOff x="8543988" y="0"/>
              <a:chExt cx="6350" cy="6856095"/>
            </a:xfrm>
          </p:grpSpPr>
          <p:sp>
            <p:nvSpPr>
              <p:cNvPr id="684" name="Google Shape;684;p99"/>
              <p:cNvSpPr/>
              <p:nvPr/>
            </p:nvSpPr>
            <p:spPr>
              <a:xfrm>
                <a:off x="8543988"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85" name="Google Shape;685;p99"/>
              <p:cNvSpPr/>
              <p:nvPr/>
            </p:nvSpPr>
            <p:spPr>
              <a:xfrm>
                <a:off x="8543988"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86" name="Google Shape;686;p99"/>
              <p:cNvSpPr/>
              <p:nvPr/>
            </p:nvSpPr>
            <p:spPr>
              <a:xfrm>
                <a:off x="8543988"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687" name="Google Shape;687;p99"/>
            <p:cNvGrpSpPr/>
            <p:nvPr/>
          </p:nvGrpSpPr>
          <p:grpSpPr>
            <a:xfrm>
              <a:off x="7564564" y="0"/>
              <a:ext cx="6350" cy="6856095"/>
              <a:chOff x="7564564" y="0"/>
              <a:chExt cx="6350" cy="6856095"/>
            </a:xfrm>
          </p:grpSpPr>
          <p:sp>
            <p:nvSpPr>
              <p:cNvPr id="688" name="Google Shape;688;p99"/>
              <p:cNvSpPr/>
              <p:nvPr/>
            </p:nvSpPr>
            <p:spPr>
              <a:xfrm>
                <a:off x="7564564"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89" name="Google Shape;689;p99"/>
              <p:cNvSpPr/>
              <p:nvPr/>
            </p:nvSpPr>
            <p:spPr>
              <a:xfrm>
                <a:off x="7564564"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90" name="Google Shape;690;p99"/>
              <p:cNvSpPr/>
              <p:nvPr/>
            </p:nvSpPr>
            <p:spPr>
              <a:xfrm>
                <a:off x="7564564"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691" name="Google Shape;691;p99"/>
            <p:cNvGrpSpPr/>
            <p:nvPr/>
          </p:nvGrpSpPr>
          <p:grpSpPr>
            <a:xfrm>
              <a:off x="6585077" y="0"/>
              <a:ext cx="6350" cy="6856095"/>
              <a:chOff x="6585077" y="0"/>
              <a:chExt cx="6350" cy="6856095"/>
            </a:xfrm>
          </p:grpSpPr>
          <p:sp>
            <p:nvSpPr>
              <p:cNvPr id="692" name="Google Shape;692;p99"/>
              <p:cNvSpPr/>
              <p:nvPr/>
            </p:nvSpPr>
            <p:spPr>
              <a:xfrm>
                <a:off x="6585077"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93" name="Google Shape;693;p99"/>
              <p:cNvSpPr/>
              <p:nvPr/>
            </p:nvSpPr>
            <p:spPr>
              <a:xfrm>
                <a:off x="6585077"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94" name="Google Shape;694;p99"/>
              <p:cNvSpPr/>
              <p:nvPr/>
            </p:nvSpPr>
            <p:spPr>
              <a:xfrm>
                <a:off x="6585077"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695" name="Google Shape;695;p99"/>
            <p:cNvGrpSpPr/>
            <p:nvPr/>
          </p:nvGrpSpPr>
          <p:grpSpPr>
            <a:xfrm>
              <a:off x="5602224" y="0"/>
              <a:ext cx="6350" cy="6856095"/>
              <a:chOff x="5602224" y="0"/>
              <a:chExt cx="6350" cy="6856095"/>
            </a:xfrm>
          </p:grpSpPr>
          <p:sp>
            <p:nvSpPr>
              <p:cNvPr id="696" name="Google Shape;696;p99"/>
              <p:cNvSpPr/>
              <p:nvPr/>
            </p:nvSpPr>
            <p:spPr>
              <a:xfrm>
                <a:off x="5602224"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97" name="Google Shape;697;p99"/>
              <p:cNvSpPr/>
              <p:nvPr/>
            </p:nvSpPr>
            <p:spPr>
              <a:xfrm>
                <a:off x="5602224"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98" name="Google Shape;698;p99"/>
              <p:cNvSpPr/>
              <p:nvPr/>
            </p:nvSpPr>
            <p:spPr>
              <a:xfrm>
                <a:off x="5602224"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699" name="Google Shape;699;p99"/>
            <p:cNvGrpSpPr/>
            <p:nvPr/>
          </p:nvGrpSpPr>
          <p:grpSpPr>
            <a:xfrm>
              <a:off x="4622736" y="0"/>
              <a:ext cx="6350" cy="6856095"/>
              <a:chOff x="4622736" y="0"/>
              <a:chExt cx="6350" cy="6856095"/>
            </a:xfrm>
          </p:grpSpPr>
          <p:sp>
            <p:nvSpPr>
              <p:cNvPr id="700" name="Google Shape;700;p99"/>
              <p:cNvSpPr/>
              <p:nvPr/>
            </p:nvSpPr>
            <p:spPr>
              <a:xfrm>
                <a:off x="4622736"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01" name="Google Shape;701;p99"/>
              <p:cNvSpPr/>
              <p:nvPr/>
            </p:nvSpPr>
            <p:spPr>
              <a:xfrm>
                <a:off x="4622736"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02" name="Google Shape;702;p99"/>
              <p:cNvSpPr/>
              <p:nvPr/>
            </p:nvSpPr>
            <p:spPr>
              <a:xfrm>
                <a:off x="4622736"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703" name="Google Shape;703;p99"/>
            <p:cNvGrpSpPr/>
            <p:nvPr/>
          </p:nvGrpSpPr>
          <p:grpSpPr>
            <a:xfrm>
              <a:off x="3643312" y="0"/>
              <a:ext cx="6350" cy="6856095"/>
              <a:chOff x="3643312" y="0"/>
              <a:chExt cx="6350" cy="6856095"/>
            </a:xfrm>
          </p:grpSpPr>
          <p:sp>
            <p:nvSpPr>
              <p:cNvPr id="704" name="Google Shape;704;p99"/>
              <p:cNvSpPr/>
              <p:nvPr/>
            </p:nvSpPr>
            <p:spPr>
              <a:xfrm>
                <a:off x="3643312"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05" name="Google Shape;705;p99"/>
              <p:cNvSpPr/>
              <p:nvPr/>
            </p:nvSpPr>
            <p:spPr>
              <a:xfrm>
                <a:off x="3643312"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06" name="Google Shape;706;p99"/>
              <p:cNvSpPr/>
              <p:nvPr/>
            </p:nvSpPr>
            <p:spPr>
              <a:xfrm>
                <a:off x="3643312"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707" name="Google Shape;707;p99"/>
            <p:cNvGrpSpPr/>
            <p:nvPr/>
          </p:nvGrpSpPr>
          <p:grpSpPr>
            <a:xfrm>
              <a:off x="2663888" y="0"/>
              <a:ext cx="6350" cy="6856095"/>
              <a:chOff x="2663888" y="0"/>
              <a:chExt cx="6350" cy="6856095"/>
            </a:xfrm>
          </p:grpSpPr>
          <p:sp>
            <p:nvSpPr>
              <p:cNvPr id="708" name="Google Shape;708;p99"/>
              <p:cNvSpPr/>
              <p:nvPr/>
            </p:nvSpPr>
            <p:spPr>
              <a:xfrm>
                <a:off x="2663888"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09" name="Google Shape;709;p99"/>
              <p:cNvSpPr/>
              <p:nvPr/>
            </p:nvSpPr>
            <p:spPr>
              <a:xfrm>
                <a:off x="2663888"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10" name="Google Shape;710;p99"/>
              <p:cNvSpPr/>
              <p:nvPr/>
            </p:nvSpPr>
            <p:spPr>
              <a:xfrm>
                <a:off x="2663888"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711" name="Google Shape;711;p99"/>
            <p:cNvGrpSpPr/>
            <p:nvPr/>
          </p:nvGrpSpPr>
          <p:grpSpPr>
            <a:xfrm>
              <a:off x="1684464" y="0"/>
              <a:ext cx="6350" cy="6856095"/>
              <a:chOff x="1684464" y="0"/>
              <a:chExt cx="6350" cy="6856095"/>
            </a:xfrm>
          </p:grpSpPr>
          <p:sp>
            <p:nvSpPr>
              <p:cNvPr id="712" name="Google Shape;712;p99"/>
              <p:cNvSpPr/>
              <p:nvPr/>
            </p:nvSpPr>
            <p:spPr>
              <a:xfrm>
                <a:off x="1684464"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13" name="Google Shape;713;p99"/>
              <p:cNvSpPr/>
              <p:nvPr/>
            </p:nvSpPr>
            <p:spPr>
              <a:xfrm>
                <a:off x="1684464"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14" name="Google Shape;714;p99"/>
              <p:cNvSpPr/>
              <p:nvPr/>
            </p:nvSpPr>
            <p:spPr>
              <a:xfrm>
                <a:off x="1684464"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715" name="Google Shape;715;p99"/>
            <p:cNvGrpSpPr/>
            <p:nvPr/>
          </p:nvGrpSpPr>
          <p:grpSpPr>
            <a:xfrm>
              <a:off x="704977" y="0"/>
              <a:ext cx="6350" cy="6856095"/>
              <a:chOff x="704977" y="0"/>
              <a:chExt cx="6350" cy="6856095"/>
            </a:xfrm>
          </p:grpSpPr>
          <p:sp>
            <p:nvSpPr>
              <p:cNvPr id="716" name="Google Shape;716;p99"/>
              <p:cNvSpPr/>
              <p:nvPr/>
            </p:nvSpPr>
            <p:spPr>
              <a:xfrm>
                <a:off x="704977"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17" name="Google Shape;717;p99"/>
              <p:cNvSpPr/>
              <p:nvPr/>
            </p:nvSpPr>
            <p:spPr>
              <a:xfrm>
                <a:off x="704977"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18" name="Google Shape;718;p99"/>
              <p:cNvSpPr/>
              <p:nvPr/>
            </p:nvSpPr>
            <p:spPr>
              <a:xfrm>
                <a:off x="704977"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719" name="Google Shape;719;p99"/>
            <p:cNvGrpSpPr/>
            <p:nvPr/>
          </p:nvGrpSpPr>
          <p:grpSpPr>
            <a:xfrm>
              <a:off x="0" y="6093333"/>
              <a:ext cx="12192000" cy="6350"/>
              <a:chOff x="0" y="6093333"/>
              <a:chExt cx="12192000" cy="6350"/>
            </a:xfrm>
          </p:grpSpPr>
          <p:sp>
            <p:nvSpPr>
              <p:cNvPr id="720" name="Google Shape;720;p99"/>
              <p:cNvSpPr/>
              <p:nvPr/>
            </p:nvSpPr>
            <p:spPr>
              <a:xfrm>
                <a:off x="12169775" y="6093333"/>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21" name="Google Shape;721;p99"/>
              <p:cNvSpPr/>
              <p:nvPr/>
            </p:nvSpPr>
            <p:spPr>
              <a:xfrm>
                <a:off x="44450" y="6093333"/>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22" name="Google Shape;722;p99"/>
              <p:cNvSpPr/>
              <p:nvPr/>
            </p:nvSpPr>
            <p:spPr>
              <a:xfrm>
                <a:off x="0" y="6093333"/>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723" name="Google Shape;723;p99"/>
            <p:cNvGrpSpPr/>
            <p:nvPr/>
          </p:nvGrpSpPr>
          <p:grpSpPr>
            <a:xfrm>
              <a:off x="0" y="5330571"/>
              <a:ext cx="12192000" cy="6350"/>
              <a:chOff x="0" y="5330571"/>
              <a:chExt cx="12192000" cy="6350"/>
            </a:xfrm>
          </p:grpSpPr>
          <p:sp>
            <p:nvSpPr>
              <p:cNvPr id="724" name="Google Shape;724;p99"/>
              <p:cNvSpPr/>
              <p:nvPr/>
            </p:nvSpPr>
            <p:spPr>
              <a:xfrm>
                <a:off x="12169775" y="5330571"/>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25" name="Google Shape;725;p99"/>
              <p:cNvSpPr/>
              <p:nvPr/>
            </p:nvSpPr>
            <p:spPr>
              <a:xfrm>
                <a:off x="44450" y="5330571"/>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26" name="Google Shape;726;p99"/>
              <p:cNvSpPr/>
              <p:nvPr/>
            </p:nvSpPr>
            <p:spPr>
              <a:xfrm>
                <a:off x="0" y="5330571"/>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727" name="Google Shape;727;p99"/>
            <p:cNvGrpSpPr/>
            <p:nvPr/>
          </p:nvGrpSpPr>
          <p:grpSpPr>
            <a:xfrm>
              <a:off x="0" y="4567872"/>
              <a:ext cx="12192000" cy="6350"/>
              <a:chOff x="0" y="4567872"/>
              <a:chExt cx="12192000" cy="6350"/>
            </a:xfrm>
          </p:grpSpPr>
          <p:sp>
            <p:nvSpPr>
              <p:cNvPr id="728" name="Google Shape;728;p99"/>
              <p:cNvSpPr/>
              <p:nvPr/>
            </p:nvSpPr>
            <p:spPr>
              <a:xfrm>
                <a:off x="12169775" y="4567872"/>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29" name="Google Shape;729;p99"/>
              <p:cNvSpPr/>
              <p:nvPr/>
            </p:nvSpPr>
            <p:spPr>
              <a:xfrm>
                <a:off x="44450" y="4567872"/>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30" name="Google Shape;730;p99"/>
              <p:cNvSpPr/>
              <p:nvPr/>
            </p:nvSpPr>
            <p:spPr>
              <a:xfrm>
                <a:off x="0" y="4567872"/>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731" name="Google Shape;731;p99"/>
            <p:cNvGrpSpPr/>
            <p:nvPr/>
          </p:nvGrpSpPr>
          <p:grpSpPr>
            <a:xfrm>
              <a:off x="0" y="3805110"/>
              <a:ext cx="12192000" cy="6350"/>
              <a:chOff x="0" y="3805110"/>
              <a:chExt cx="12192000" cy="6350"/>
            </a:xfrm>
          </p:grpSpPr>
          <p:sp>
            <p:nvSpPr>
              <p:cNvPr id="732" name="Google Shape;732;p99"/>
              <p:cNvSpPr/>
              <p:nvPr/>
            </p:nvSpPr>
            <p:spPr>
              <a:xfrm>
                <a:off x="12169775" y="3805110"/>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33" name="Google Shape;733;p99"/>
              <p:cNvSpPr/>
              <p:nvPr/>
            </p:nvSpPr>
            <p:spPr>
              <a:xfrm>
                <a:off x="44450" y="3805110"/>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34" name="Google Shape;734;p99"/>
              <p:cNvSpPr/>
              <p:nvPr/>
            </p:nvSpPr>
            <p:spPr>
              <a:xfrm>
                <a:off x="0" y="3805110"/>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735" name="Google Shape;735;p99"/>
            <p:cNvGrpSpPr/>
            <p:nvPr/>
          </p:nvGrpSpPr>
          <p:grpSpPr>
            <a:xfrm>
              <a:off x="0" y="3050921"/>
              <a:ext cx="12192000" cy="6350"/>
              <a:chOff x="0" y="3050921"/>
              <a:chExt cx="12192000" cy="6350"/>
            </a:xfrm>
          </p:grpSpPr>
          <p:sp>
            <p:nvSpPr>
              <p:cNvPr id="736" name="Google Shape;736;p99"/>
              <p:cNvSpPr/>
              <p:nvPr/>
            </p:nvSpPr>
            <p:spPr>
              <a:xfrm>
                <a:off x="12169775" y="3050921"/>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37" name="Google Shape;737;p99"/>
              <p:cNvSpPr/>
              <p:nvPr/>
            </p:nvSpPr>
            <p:spPr>
              <a:xfrm>
                <a:off x="44450" y="3050921"/>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38" name="Google Shape;738;p99"/>
              <p:cNvSpPr/>
              <p:nvPr/>
            </p:nvSpPr>
            <p:spPr>
              <a:xfrm>
                <a:off x="0" y="3050921"/>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739" name="Google Shape;739;p99"/>
            <p:cNvGrpSpPr/>
            <p:nvPr/>
          </p:nvGrpSpPr>
          <p:grpSpPr>
            <a:xfrm>
              <a:off x="0" y="2288222"/>
              <a:ext cx="12192000" cy="6350"/>
              <a:chOff x="0" y="2288222"/>
              <a:chExt cx="12192000" cy="6350"/>
            </a:xfrm>
          </p:grpSpPr>
          <p:sp>
            <p:nvSpPr>
              <p:cNvPr id="740" name="Google Shape;740;p99"/>
              <p:cNvSpPr/>
              <p:nvPr/>
            </p:nvSpPr>
            <p:spPr>
              <a:xfrm>
                <a:off x="12169775" y="2288222"/>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41" name="Google Shape;741;p99"/>
              <p:cNvSpPr/>
              <p:nvPr/>
            </p:nvSpPr>
            <p:spPr>
              <a:xfrm>
                <a:off x="44450" y="2288222"/>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42" name="Google Shape;742;p99"/>
              <p:cNvSpPr/>
              <p:nvPr/>
            </p:nvSpPr>
            <p:spPr>
              <a:xfrm>
                <a:off x="0" y="2288222"/>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743" name="Google Shape;743;p99"/>
            <p:cNvGrpSpPr/>
            <p:nvPr/>
          </p:nvGrpSpPr>
          <p:grpSpPr>
            <a:xfrm>
              <a:off x="0" y="1525460"/>
              <a:ext cx="12192000" cy="6350"/>
              <a:chOff x="0" y="1525460"/>
              <a:chExt cx="12192000" cy="6350"/>
            </a:xfrm>
          </p:grpSpPr>
          <p:sp>
            <p:nvSpPr>
              <p:cNvPr id="744" name="Google Shape;744;p99"/>
              <p:cNvSpPr/>
              <p:nvPr/>
            </p:nvSpPr>
            <p:spPr>
              <a:xfrm>
                <a:off x="12169775" y="1525460"/>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45" name="Google Shape;745;p99"/>
              <p:cNvSpPr/>
              <p:nvPr/>
            </p:nvSpPr>
            <p:spPr>
              <a:xfrm>
                <a:off x="44450" y="1525460"/>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46" name="Google Shape;746;p99"/>
              <p:cNvSpPr/>
              <p:nvPr/>
            </p:nvSpPr>
            <p:spPr>
              <a:xfrm>
                <a:off x="0" y="1525460"/>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747" name="Google Shape;747;p99"/>
            <p:cNvGrpSpPr/>
            <p:nvPr/>
          </p:nvGrpSpPr>
          <p:grpSpPr>
            <a:xfrm>
              <a:off x="0" y="762762"/>
              <a:ext cx="12192000" cy="6350"/>
              <a:chOff x="0" y="762762"/>
              <a:chExt cx="12192000" cy="6350"/>
            </a:xfrm>
          </p:grpSpPr>
          <p:sp>
            <p:nvSpPr>
              <p:cNvPr id="748" name="Google Shape;748;p99"/>
              <p:cNvSpPr/>
              <p:nvPr/>
            </p:nvSpPr>
            <p:spPr>
              <a:xfrm>
                <a:off x="12169775" y="762762"/>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49" name="Google Shape;749;p99"/>
              <p:cNvSpPr/>
              <p:nvPr/>
            </p:nvSpPr>
            <p:spPr>
              <a:xfrm>
                <a:off x="44450" y="762762"/>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50" name="Google Shape;750;p99"/>
              <p:cNvSpPr/>
              <p:nvPr/>
            </p:nvSpPr>
            <p:spPr>
              <a:xfrm>
                <a:off x="0" y="762762"/>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sp>
        <p:nvSpPr>
          <p:cNvPr id="751" name="Google Shape;751;p99"/>
          <p:cNvSpPr/>
          <p:nvPr/>
        </p:nvSpPr>
        <p:spPr>
          <a:xfrm>
            <a:off x="535200" y="578100"/>
            <a:ext cx="8073600" cy="3987300"/>
          </a:xfrm>
          <a:prstGeom prst="rect">
            <a:avLst/>
          </a:prstGeom>
          <a:solidFill>
            <a:schemeClr val="lt1"/>
          </a:solidFill>
          <a:ln>
            <a:noFill/>
          </a:ln>
          <a:effectLst>
            <a:outerShdw blurRad="285750" dist="19050" dir="5400000" algn="bl" rotWithShape="0">
              <a:schemeClr val="dk1">
                <a:alpha val="49411"/>
              </a:scheme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sp>
        <p:nvSpPr>
          <p:cNvPr id="752" name="Google Shape;752;p99"/>
          <p:cNvSpPr txBox="1">
            <a:spLocks noGrp="1"/>
          </p:cNvSpPr>
          <p:nvPr>
            <p:ph type="title"/>
          </p:nvPr>
        </p:nvSpPr>
        <p:spPr>
          <a:xfrm>
            <a:off x="2851200" y="864152"/>
            <a:ext cx="5284800" cy="1161300"/>
          </a:xfrm>
          <a:prstGeom prst="rect">
            <a:avLst/>
          </a:prstGeom>
          <a:noFill/>
          <a:ln>
            <a:noFill/>
          </a:ln>
        </p:spPr>
        <p:txBody>
          <a:bodyPr spcFirstLastPara="1" wrap="square" lIns="91425" tIns="91425" rIns="91425" bIns="91425" anchor="b" anchorCtr="0">
            <a:noAutofit/>
          </a:bodyPr>
          <a:lstStyle>
            <a:lvl1pPr lvl="0" algn="r">
              <a:lnSpc>
                <a:spcPct val="100000"/>
              </a:lnSpc>
              <a:spcBef>
                <a:spcPts val="0"/>
              </a:spcBef>
              <a:spcAft>
                <a:spcPts val="0"/>
              </a:spcAft>
              <a:buSzPts val="3200"/>
              <a:buNone/>
              <a:defRPr sz="6000"/>
            </a:lvl1pPr>
            <a:lvl2pPr lvl="1" algn="ctr">
              <a:lnSpc>
                <a:spcPct val="100000"/>
              </a:lnSpc>
              <a:spcBef>
                <a:spcPts val="0"/>
              </a:spcBef>
              <a:spcAft>
                <a:spcPts val="0"/>
              </a:spcAft>
              <a:buSzPts val="3200"/>
              <a:buNone/>
              <a:defRPr/>
            </a:lvl2pPr>
            <a:lvl3pPr lvl="2" algn="ctr">
              <a:lnSpc>
                <a:spcPct val="100000"/>
              </a:lnSpc>
              <a:spcBef>
                <a:spcPts val="0"/>
              </a:spcBef>
              <a:spcAft>
                <a:spcPts val="0"/>
              </a:spcAft>
              <a:buSzPts val="3200"/>
              <a:buNone/>
              <a:defRPr/>
            </a:lvl3pPr>
            <a:lvl4pPr lvl="3" algn="ctr">
              <a:lnSpc>
                <a:spcPct val="100000"/>
              </a:lnSpc>
              <a:spcBef>
                <a:spcPts val="0"/>
              </a:spcBef>
              <a:spcAft>
                <a:spcPts val="0"/>
              </a:spcAft>
              <a:buSzPts val="3200"/>
              <a:buNone/>
              <a:defRPr/>
            </a:lvl4pPr>
            <a:lvl5pPr lvl="4" algn="ctr">
              <a:lnSpc>
                <a:spcPct val="100000"/>
              </a:lnSpc>
              <a:spcBef>
                <a:spcPts val="0"/>
              </a:spcBef>
              <a:spcAft>
                <a:spcPts val="0"/>
              </a:spcAft>
              <a:buSzPts val="3200"/>
              <a:buNone/>
              <a:defRPr/>
            </a:lvl5pPr>
            <a:lvl6pPr lvl="5" algn="ctr">
              <a:lnSpc>
                <a:spcPct val="100000"/>
              </a:lnSpc>
              <a:spcBef>
                <a:spcPts val="0"/>
              </a:spcBef>
              <a:spcAft>
                <a:spcPts val="0"/>
              </a:spcAft>
              <a:buSzPts val="3200"/>
              <a:buNone/>
              <a:defRPr/>
            </a:lvl6pPr>
            <a:lvl7pPr lvl="6" algn="ctr">
              <a:lnSpc>
                <a:spcPct val="100000"/>
              </a:lnSpc>
              <a:spcBef>
                <a:spcPts val="0"/>
              </a:spcBef>
              <a:spcAft>
                <a:spcPts val="0"/>
              </a:spcAft>
              <a:buSzPts val="3200"/>
              <a:buNone/>
              <a:defRPr/>
            </a:lvl7pPr>
            <a:lvl8pPr lvl="7" algn="ctr">
              <a:lnSpc>
                <a:spcPct val="100000"/>
              </a:lnSpc>
              <a:spcBef>
                <a:spcPts val="0"/>
              </a:spcBef>
              <a:spcAft>
                <a:spcPts val="0"/>
              </a:spcAft>
              <a:buSzPts val="3200"/>
              <a:buNone/>
              <a:defRPr/>
            </a:lvl8pPr>
            <a:lvl9pPr lvl="8" algn="ctr">
              <a:lnSpc>
                <a:spcPct val="100000"/>
              </a:lnSpc>
              <a:spcBef>
                <a:spcPts val="0"/>
              </a:spcBef>
              <a:spcAft>
                <a:spcPts val="0"/>
              </a:spcAft>
              <a:buSzPts val="3200"/>
              <a:buNone/>
              <a:defRPr/>
            </a:lvl9pPr>
          </a:lstStyle>
          <a:p>
            <a:endParaRPr/>
          </a:p>
        </p:txBody>
      </p:sp>
      <p:sp>
        <p:nvSpPr>
          <p:cNvPr id="753" name="Google Shape;753;p99"/>
          <p:cNvSpPr txBox="1">
            <a:spLocks noGrp="1"/>
          </p:cNvSpPr>
          <p:nvPr>
            <p:ph type="subTitle" idx="1"/>
          </p:nvPr>
        </p:nvSpPr>
        <p:spPr>
          <a:xfrm>
            <a:off x="2851200" y="2025577"/>
            <a:ext cx="5284800" cy="671100"/>
          </a:xfrm>
          <a:prstGeom prst="rect">
            <a:avLst/>
          </a:prstGeom>
          <a:noFill/>
          <a:ln>
            <a:noFill/>
          </a:ln>
        </p:spPr>
        <p:txBody>
          <a:bodyPr spcFirstLastPara="1" wrap="square" lIns="91425" tIns="91425" rIns="91425" bIns="91425" anchor="t" anchorCtr="0">
            <a:noAutofit/>
          </a:bodyPr>
          <a:lstStyle>
            <a:lvl1pPr lvl="0" algn="r">
              <a:lnSpc>
                <a:spcPct val="115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54"/>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755"/>
        <p:cNvGrpSpPr/>
        <p:nvPr/>
      </p:nvGrpSpPr>
      <p:grpSpPr>
        <a:xfrm>
          <a:off x="0" y="0"/>
          <a:ext cx="0" cy="0"/>
          <a:chOff x="0" y="0"/>
          <a:chExt cx="0" cy="0"/>
        </a:xfrm>
      </p:grpSpPr>
      <p:grpSp>
        <p:nvGrpSpPr>
          <p:cNvPr id="756" name="Google Shape;756;p101"/>
          <p:cNvGrpSpPr/>
          <p:nvPr/>
        </p:nvGrpSpPr>
        <p:grpSpPr>
          <a:xfrm>
            <a:off x="0" y="0"/>
            <a:ext cx="9144000" cy="5142071"/>
            <a:chOff x="0" y="0"/>
            <a:chExt cx="12192000" cy="6856095"/>
          </a:xfrm>
        </p:grpSpPr>
        <p:grpSp>
          <p:nvGrpSpPr>
            <p:cNvPr id="757" name="Google Shape;757;p101"/>
            <p:cNvGrpSpPr/>
            <p:nvPr/>
          </p:nvGrpSpPr>
          <p:grpSpPr>
            <a:xfrm>
              <a:off x="11482324" y="0"/>
              <a:ext cx="6350" cy="6856095"/>
              <a:chOff x="11482324" y="0"/>
              <a:chExt cx="6350" cy="6856095"/>
            </a:xfrm>
          </p:grpSpPr>
          <p:sp>
            <p:nvSpPr>
              <p:cNvPr id="758" name="Google Shape;758;p101"/>
              <p:cNvSpPr/>
              <p:nvPr/>
            </p:nvSpPr>
            <p:spPr>
              <a:xfrm>
                <a:off x="11482324"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59" name="Google Shape;759;p101"/>
              <p:cNvSpPr/>
              <p:nvPr/>
            </p:nvSpPr>
            <p:spPr>
              <a:xfrm>
                <a:off x="11482324"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60" name="Google Shape;760;p101"/>
              <p:cNvSpPr/>
              <p:nvPr/>
            </p:nvSpPr>
            <p:spPr>
              <a:xfrm>
                <a:off x="11482324"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761" name="Google Shape;761;p101"/>
            <p:cNvGrpSpPr/>
            <p:nvPr/>
          </p:nvGrpSpPr>
          <p:grpSpPr>
            <a:xfrm>
              <a:off x="10502836" y="0"/>
              <a:ext cx="6350" cy="6856095"/>
              <a:chOff x="10502836" y="0"/>
              <a:chExt cx="6350" cy="6856095"/>
            </a:xfrm>
          </p:grpSpPr>
          <p:sp>
            <p:nvSpPr>
              <p:cNvPr id="762" name="Google Shape;762;p101"/>
              <p:cNvSpPr/>
              <p:nvPr/>
            </p:nvSpPr>
            <p:spPr>
              <a:xfrm>
                <a:off x="10502836"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63" name="Google Shape;763;p101"/>
              <p:cNvSpPr/>
              <p:nvPr/>
            </p:nvSpPr>
            <p:spPr>
              <a:xfrm>
                <a:off x="10502836"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64" name="Google Shape;764;p101"/>
              <p:cNvSpPr/>
              <p:nvPr/>
            </p:nvSpPr>
            <p:spPr>
              <a:xfrm>
                <a:off x="10502836"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765" name="Google Shape;765;p101"/>
            <p:cNvGrpSpPr/>
            <p:nvPr/>
          </p:nvGrpSpPr>
          <p:grpSpPr>
            <a:xfrm>
              <a:off x="9523412" y="0"/>
              <a:ext cx="6350" cy="6856095"/>
              <a:chOff x="9523412" y="0"/>
              <a:chExt cx="6350" cy="6856095"/>
            </a:xfrm>
          </p:grpSpPr>
          <p:sp>
            <p:nvSpPr>
              <p:cNvPr id="766" name="Google Shape;766;p101"/>
              <p:cNvSpPr/>
              <p:nvPr/>
            </p:nvSpPr>
            <p:spPr>
              <a:xfrm>
                <a:off x="9523412"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67" name="Google Shape;767;p101"/>
              <p:cNvSpPr/>
              <p:nvPr/>
            </p:nvSpPr>
            <p:spPr>
              <a:xfrm>
                <a:off x="9523412"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68" name="Google Shape;768;p101"/>
              <p:cNvSpPr/>
              <p:nvPr/>
            </p:nvSpPr>
            <p:spPr>
              <a:xfrm>
                <a:off x="9523412"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769" name="Google Shape;769;p101"/>
            <p:cNvGrpSpPr/>
            <p:nvPr/>
          </p:nvGrpSpPr>
          <p:grpSpPr>
            <a:xfrm>
              <a:off x="8543988" y="0"/>
              <a:ext cx="6350" cy="6856095"/>
              <a:chOff x="8543988" y="0"/>
              <a:chExt cx="6350" cy="6856095"/>
            </a:xfrm>
          </p:grpSpPr>
          <p:sp>
            <p:nvSpPr>
              <p:cNvPr id="770" name="Google Shape;770;p101"/>
              <p:cNvSpPr/>
              <p:nvPr/>
            </p:nvSpPr>
            <p:spPr>
              <a:xfrm>
                <a:off x="8543988"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71" name="Google Shape;771;p101"/>
              <p:cNvSpPr/>
              <p:nvPr/>
            </p:nvSpPr>
            <p:spPr>
              <a:xfrm>
                <a:off x="8543988"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72" name="Google Shape;772;p101"/>
              <p:cNvSpPr/>
              <p:nvPr/>
            </p:nvSpPr>
            <p:spPr>
              <a:xfrm>
                <a:off x="8543988"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773" name="Google Shape;773;p101"/>
            <p:cNvGrpSpPr/>
            <p:nvPr/>
          </p:nvGrpSpPr>
          <p:grpSpPr>
            <a:xfrm>
              <a:off x="7564564" y="0"/>
              <a:ext cx="6350" cy="6856095"/>
              <a:chOff x="7564564" y="0"/>
              <a:chExt cx="6350" cy="6856095"/>
            </a:xfrm>
          </p:grpSpPr>
          <p:sp>
            <p:nvSpPr>
              <p:cNvPr id="774" name="Google Shape;774;p101"/>
              <p:cNvSpPr/>
              <p:nvPr/>
            </p:nvSpPr>
            <p:spPr>
              <a:xfrm>
                <a:off x="7564564"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75" name="Google Shape;775;p101"/>
              <p:cNvSpPr/>
              <p:nvPr/>
            </p:nvSpPr>
            <p:spPr>
              <a:xfrm>
                <a:off x="7564564"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76" name="Google Shape;776;p101"/>
              <p:cNvSpPr/>
              <p:nvPr/>
            </p:nvSpPr>
            <p:spPr>
              <a:xfrm>
                <a:off x="7564564"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777" name="Google Shape;777;p101"/>
            <p:cNvGrpSpPr/>
            <p:nvPr/>
          </p:nvGrpSpPr>
          <p:grpSpPr>
            <a:xfrm>
              <a:off x="6585077" y="0"/>
              <a:ext cx="6350" cy="6856095"/>
              <a:chOff x="6585077" y="0"/>
              <a:chExt cx="6350" cy="6856095"/>
            </a:xfrm>
          </p:grpSpPr>
          <p:sp>
            <p:nvSpPr>
              <p:cNvPr id="778" name="Google Shape;778;p101"/>
              <p:cNvSpPr/>
              <p:nvPr/>
            </p:nvSpPr>
            <p:spPr>
              <a:xfrm>
                <a:off x="6585077"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79" name="Google Shape;779;p101"/>
              <p:cNvSpPr/>
              <p:nvPr/>
            </p:nvSpPr>
            <p:spPr>
              <a:xfrm>
                <a:off x="6585077"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80" name="Google Shape;780;p101"/>
              <p:cNvSpPr/>
              <p:nvPr/>
            </p:nvSpPr>
            <p:spPr>
              <a:xfrm>
                <a:off x="6585077"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781" name="Google Shape;781;p101"/>
            <p:cNvGrpSpPr/>
            <p:nvPr/>
          </p:nvGrpSpPr>
          <p:grpSpPr>
            <a:xfrm>
              <a:off x="5602224" y="0"/>
              <a:ext cx="6350" cy="6856095"/>
              <a:chOff x="5602224" y="0"/>
              <a:chExt cx="6350" cy="6856095"/>
            </a:xfrm>
          </p:grpSpPr>
          <p:sp>
            <p:nvSpPr>
              <p:cNvPr id="782" name="Google Shape;782;p101"/>
              <p:cNvSpPr/>
              <p:nvPr/>
            </p:nvSpPr>
            <p:spPr>
              <a:xfrm>
                <a:off x="5602224"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83" name="Google Shape;783;p101"/>
              <p:cNvSpPr/>
              <p:nvPr/>
            </p:nvSpPr>
            <p:spPr>
              <a:xfrm>
                <a:off x="5602224"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84" name="Google Shape;784;p101"/>
              <p:cNvSpPr/>
              <p:nvPr/>
            </p:nvSpPr>
            <p:spPr>
              <a:xfrm>
                <a:off x="5602224"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785" name="Google Shape;785;p101"/>
            <p:cNvGrpSpPr/>
            <p:nvPr/>
          </p:nvGrpSpPr>
          <p:grpSpPr>
            <a:xfrm>
              <a:off x="4622736" y="0"/>
              <a:ext cx="6350" cy="6856095"/>
              <a:chOff x="4622736" y="0"/>
              <a:chExt cx="6350" cy="6856095"/>
            </a:xfrm>
          </p:grpSpPr>
          <p:sp>
            <p:nvSpPr>
              <p:cNvPr id="786" name="Google Shape;786;p101"/>
              <p:cNvSpPr/>
              <p:nvPr/>
            </p:nvSpPr>
            <p:spPr>
              <a:xfrm>
                <a:off x="4622736"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87" name="Google Shape;787;p101"/>
              <p:cNvSpPr/>
              <p:nvPr/>
            </p:nvSpPr>
            <p:spPr>
              <a:xfrm>
                <a:off x="4622736"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88" name="Google Shape;788;p101"/>
              <p:cNvSpPr/>
              <p:nvPr/>
            </p:nvSpPr>
            <p:spPr>
              <a:xfrm>
                <a:off x="4622736"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789" name="Google Shape;789;p101"/>
            <p:cNvGrpSpPr/>
            <p:nvPr/>
          </p:nvGrpSpPr>
          <p:grpSpPr>
            <a:xfrm>
              <a:off x="3643312" y="0"/>
              <a:ext cx="6350" cy="6856095"/>
              <a:chOff x="3643312" y="0"/>
              <a:chExt cx="6350" cy="6856095"/>
            </a:xfrm>
          </p:grpSpPr>
          <p:sp>
            <p:nvSpPr>
              <p:cNvPr id="790" name="Google Shape;790;p101"/>
              <p:cNvSpPr/>
              <p:nvPr/>
            </p:nvSpPr>
            <p:spPr>
              <a:xfrm>
                <a:off x="3643312"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91" name="Google Shape;791;p101"/>
              <p:cNvSpPr/>
              <p:nvPr/>
            </p:nvSpPr>
            <p:spPr>
              <a:xfrm>
                <a:off x="3643312"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92" name="Google Shape;792;p101"/>
              <p:cNvSpPr/>
              <p:nvPr/>
            </p:nvSpPr>
            <p:spPr>
              <a:xfrm>
                <a:off x="3643312"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793" name="Google Shape;793;p101"/>
            <p:cNvGrpSpPr/>
            <p:nvPr/>
          </p:nvGrpSpPr>
          <p:grpSpPr>
            <a:xfrm>
              <a:off x="2663888" y="0"/>
              <a:ext cx="6350" cy="6856095"/>
              <a:chOff x="2663888" y="0"/>
              <a:chExt cx="6350" cy="6856095"/>
            </a:xfrm>
          </p:grpSpPr>
          <p:sp>
            <p:nvSpPr>
              <p:cNvPr id="794" name="Google Shape;794;p101"/>
              <p:cNvSpPr/>
              <p:nvPr/>
            </p:nvSpPr>
            <p:spPr>
              <a:xfrm>
                <a:off x="2663888"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95" name="Google Shape;795;p101"/>
              <p:cNvSpPr/>
              <p:nvPr/>
            </p:nvSpPr>
            <p:spPr>
              <a:xfrm>
                <a:off x="2663888"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96" name="Google Shape;796;p101"/>
              <p:cNvSpPr/>
              <p:nvPr/>
            </p:nvSpPr>
            <p:spPr>
              <a:xfrm>
                <a:off x="2663888"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797" name="Google Shape;797;p101"/>
            <p:cNvGrpSpPr/>
            <p:nvPr/>
          </p:nvGrpSpPr>
          <p:grpSpPr>
            <a:xfrm>
              <a:off x="1684464" y="0"/>
              <a:ext cx="6350" cy="6856095"/>
              <a:chOff x="1684464" y="0"/>
              <a:chExt cx="6350" cy="6856095"/>
            </a:xfrm>
          </p:grpSpPr>
          <p:sp>
            <p:nvSpPr>
              <p:cNvPr id="798" name="Google Shape;798;p101"/>
              <p:cNvSpPr/>
              <p:nvPr/>
            </p:nvSpPr>
            <p:spPr>
              <a:xfrm>
                <a:off x="1684464"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99" name="Google Shape;799;p101"/>
              <p:cNvSpPr/>
              <p:nvPr/>
            </p:nvSpPr>
            <p:spPr>
              <a:xfrm>
                <a:off x="1684464"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00" name="Google Shape;800;p101"/>
              <p:cNvSpPr/>
              <p:nvPr/>
            </p:nvSpPr>
            <p:spPr>
              <a:xfrm>
                <a:off x="1684464"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801" name="Google Shape;801;p101"/>
            <p:cNvGrpSpPr/>
            <p:nvPr/>
          </p:nvGrpSpPr>
          <p:grpSpPr>
            <a:xfrm>
              <a:off x="704977" y="0"/>
              <a:ext cx="6350" cy="6856095"/>
              <a:chOff x="704977" y="0"/>
              <a:chExt cx="6350" cy="6856095"/>
            </a:xfrm>
          </p:grpSpPr>
          <p:sp>
            <p:nvSpPr>
              <p:cNvPr id="802" name="Google Shape;802;p101"/>
              <p:cNvSpPr/>
              <p:nvPr/>
            </p:nvSpPr>
            <p:spPr>
              <a:xfrm>
                <a:off x="704977"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03" name="Google Shape;803;p101"/>
              <p:cNvSpPr/>
              <p:nvPr/>
            </p:nvSpPr>
            <p:spPr>
              <a:xfrm>
                <a:off x="704977"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04" name="Google Shape;804;p101"/>
              <p:cNvSpPr/>
              <p:nvPr/>
            </p:nvSpPr>
            <p:spPr>
              <a:xfrm>
                <a:off x="704977"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805" name="Google Shape;805;p101"/>
            <p:cNvGrpSpPr/>
            <p:nvPr/>
          </p:nvGrpSpPr>
          <p:grpSpPr>
            <a:xfrm>
              <a:off x="0" y="6093333"/>
              <a:ext cx="12192000" cy="6350"/>
              <a:chOff x="0" y="6093333"/>
              <a:chExt cx="12192000" cy="6350"/>
            </a:xfrm>
          </p:grpSpPr>
          <p:sp>
            <p:nvSpPr>
              <p:cNvPr id="806" name="Google Shape;806;p101"/>
              <p:cNvSpPr/>
              <p:nvPr/>
            </p:nvSpPr>
            <p:spPr>
              <a:xfrm>
                <a:off x="12169775" y="6093333"/>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07" name="Google Shape;807;p101"/>
              <p:cNvSpPr/>
              <p:nvPr/>
            </p:nvSpPr>
            <p:spPr>
              <a:xfrm>
                <a:off x="44450" y="6093333"/>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08" name="Google Shape;808;p101"/>
              <p:cNvSpPr/>
              <p:nvPr/>
            </p:nvSpPr>
            <p:spPr>
              <a:xfrm>
                <a:off x="0" y="6093333"/>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809" name="Google Shape;809;p101"/>
            <p:cNvGrpSpPr/>
            <p:nvPr/>
          </p:nvGrpSpPr>
          <p:grpSpPr>
            <a:xfrm>
              <a:off x="0" y="5330571"/>
              <a:ext cx="12192000" cy="6350"/>
              <a:chOff x="0" y="5330571"/>
              <a:chExt cx="12192000" cy="6350"/>
            </a:xfrm>
          </p:grpSpPr>
          <p:sp>
            <p:nvSpPr>
              <p:cNvPr id="810" name="Google Shape;810;p101"/>
              <p:cNvSpPr/>
              <p:nvPr/>
            </p:nvSpPr>
            <p:spPr>
              <a:xfrm>
                <a:off x="12169775" y="5330571"/>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11" name="Google Shape;811;p101"/>
              <p:cNvSpPr/>
              <p:nvPr/>
            </p:nvSpPr>
            <p:spPr>
              <a:xfrm>
                <a:off x="44450" y="5330571"/>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12" name="Google Shape;812;p101"/>
              <p:cNvSpPr/>
              <p:nvPr/>
            </p:nvSpPr>
            <p:spPr>
              <a:xfrm>
                <a:off x="0" y="5330571"/>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813" name="Google Shape;813;p101"/>
            <p:cNvGrpSpPr/>
            <p:nvPr/>
          </p:nvGrpSpPr>
          <p:grpSpPr>
            <a:xfrm>
              <a:off x="0" y="4567872"/>
              <a:ext cx="12192000" cy="6350"/>
              <a:chOff x="0" y="4567872"/>
              <a:chExt cx="12192000" cy="6350"/>
            </a:xfrm>
          </p:grpSpPr>
          <p:sp>
            <p:nvSpPr>
              <p:cNvPr id="814" name="Google Shape;814;p101"/>
              <p:cNvSpPr/>
              <p:nvPr/>
            </p:nvSpPr>
            <p:spPr>
              <a:xfrm>
                <a:off x="12169775" y="4567872"/>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15" name="Google Shape;815;p101"/>
              <p:cNvSpPr/>
              <p:nvPr/>
            </p:nvSpPr>
            <p:spPr>
              <a:xfrm>
                <a:off x="44450" y="4567872"/>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16" name="Google Shape;816;p101"/>
              <p:cNvSpPr/>
              <p:nvPr/>
            </p:nvSpPr>
            <p:spPr>
              <a:xfrm>
                <a:off x="0" y="4567872"/>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817" name="Google Shape;817;p101"/>
            <p:cNvGrpSpPr/>
            <p:nvPr/>
          </p:nvGrpSpPr>
          <p:grpSpPr>
            <a:xfrm>
              <a:off x="0" y="3805110"/>
              <a:ext cx="12192000" cy="6350"/>
              <a:chOff x="0" y="3805110"/>
              <a:chExt cx="12192000" cy="6350"/>
            </a:xfrm>
          </p:grpSpPr>
          <p:sp>
            <p:nvSpPr>
              <p:cNvPr id="818" name="Google Shape;818;p101"/>
              <p:cNvSpPr/>
              <p:nvPr/>
            </p:nvSpPr>
            <p:spPr>
              <a:xfrm>
                <a:off x="12169775" y="3805110"/>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19" name="Google Shape;819;p101"/>
              <p:cNvSpPr/>
              <p:nvPr/>
            </p:nvSpPr>
            <p:spPr>
              <a:xfrm>
                <a:off x="44450" y="3805110"/>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20" name="Google Shape;820;p101"/>
              <p:cNvSpPr/>
              <p:nvPr/>
            </p:nvSpPr>
            <p:spPr>
              <a:xfrm>
                <a:off x="0" y="3805110"/>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821" name="Google Shape;821;p101"/>
            <p:cNvGrpSpPr/>
            <p:nvPr/>
          </p:nvGrpSpPr>
          <p:grpSpPr>
            <a:xfrm>
              <a:off x="0" y="3050921"/>
              <a:ext cx="12192000" cy="6350"/>
              <a:chOff x="0" y="3050921"/>
              <a:chExt cx="12192000" cy="6350"/>
            </a:xfrm>
          </p:grpSpPr>
          <p:sp>
            <p:nvSpPr>
              <p:cNvPr id="822" name="Google Shape;822;p101"/>
              <p:cNvSpPr/>
              <p:nvPr/>
            </p:nvSpPr>
            <p:spPr>
              <a:xfrm>
                <a:off x="12169775" y="3050921"/>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23" name="Google Shape;823;p101"/>
              <p:cNvSpPr/>
              <p:nvPr/>
            </p:nvSpPr>
            <p:spPr>
              <a:xfrm>
                <a:off x="44450" y="3050921"/>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24" name="Google Shape;824;p101"/>
              <p:cNvSpPr/>
              <p:nvPr/>
            </p:nvSpPr>
            <p:spPr>
              <a:xfrm>
                <a:off x="0" y="3050921"/>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825" name="Google Shape;825;p101"/>
            <p:cNvGrpSpPr/>
            <p:nvPr/>
          </p:nvGrpSpPr>
          <p:grpSpPr>
            <a:xfrm>
              <a:off x="0" y="2288222"/>
              <a:ext cx="12192000" cy="6350"/>
              <a:chOff x="0" y="2288222"/>
              <a:chExt cx="12192000" cy="6350"/>
            </a:xfrm>
          </p:grpSpPr>
          <p:sp>
            <p:nvSpPr>
              <p:cNvPr id="826" name="Google Shape;826;p101"/>
              <p:cNvSpPr/>
              <p:nvPr/>
            </p:nvSpPr>
            <p:spPr>
              <a:xfrm>
                <a:off x="12169775" y="2288222"/>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27" name="Google Shape;827;p101"/>
              <p:cNvSpPr/>
              <p:nvPr/>
            </p:nvSpPr>
            <p:spPr>
              <a:xfrm>
                <a:off x="44450" y="2288222"/>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28" name="Google Shape;828;p101"/>
              <p:cNvSpPr/>
              <p:nvPr/>
            </p:nvSpPr>
            <p:spPr>
              <a:xfrm>
                <a:off x="0" y="2288222"/>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829" name="Google Shape;829;p101"/>
            <p:cNvGrpSpPr/>
            <p:nvPr/>
          </p:nvGrpSpPr>
          <p:grpSpPr>
            <a:xfrm>
              <a:off x="0" y="1525460"/>
              <a:ext cx="12192000" cy="6350"/>
              <a:chOff x="0" y="1525460"/>
              <a:chExt cx="12192000" cy="6350"/>
            </a:xfrm>
          </p:grpSpPr>
          <p:sp>
            <p:nvSpPr>
              <p:cNvPr id="830" name="Google Shape;830;p101"/>
              <p:cNvSpPr/>
              <p:nvPr/>
            </p:nvSpPr>
            <p:spPr>
              <a:xfrm>
                <a:off x="12169775" y="1525460"/>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31" name="Google Shape;831;p101"/>
              <p:cNvSpPr/>
              <p:nvPr/>
            </p:nvSpPr>
            <p:spPr>
              <a:xfrm>
                <a:off x="44450" y="1525460"/>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32" name="Google Shape;832;p101"/>
              <p:cNvSpPr/>
              <p:nvPr/>
            </p:nvSpPr>
            <p:spPr>
              <a:xfrm>
                <a:off x="0" y="1525460"/>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833" name="Google Shape;833;p101"/>
            <p:cNvGrpSpPr/>
            <p:nvPr/>
          </p:nvGrpSpPr>
          <p:grpSpPr>
            <a:xfrm>
              <a:off x="0" y="762762"/>
              <a:ext cx="12192000" cy="6350"/>
              <a:chOff x="0" y="762762"/>
              <a:chExt cx="12192000" cy="6350"/>
            </a:xfrm>
          </p:grpSpPr>
          <p:sp>
            <p:nvSpPr>
              <p:cNvPr id="834" name="Google Shape;834;p101"/>
              <p:cNvSpPr/>
              <p:nvPr/>
            </p:nvSpPr>
            <p:spPr>
              <a:xfrm>
                <a:off x="12169775" y="762762"/>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35" name="Google Shape;835;p101"/>
              <p:cNvSpPr/>
              <p:nvPr/>
            </p:nvSpPr>
            <p:spPr>
              <a:xfrm>
                <a:off x="44450" y="762762"/>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36" name="Google Shape;836;p101"/>
              <p:cNvSpPr/>
              <p:nvPr/>
            </p:nvSpPr>
            <p:spPr>
              <a:xfrm>
                <a:off x="0" y="762762"/>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pic>
        <p:nvPicPr>
          <p:cNvPr id="837" name="Google Shape;837;p101"/>
          <p:cNvPicPr preferRelativeResize="0"/>
          <p:nvPr/>
        </p:nvPicPr>
        <p:blipFill rotWithShape="1">
          <a:blip r:embed="rId2">
            <a:alphaModFix/>
          </a:blip>
          <a:srcRect l="-9019" r="9019" b="11855"/>
          <a:stretch/>
        </p:blipFill>
        <p:spPr>
          <a:xfrm rot="5400000" flipH="1">
            <a:off x="-1515900" y="1507794"/>
            <a:ext cx="5163774" cy="2131975"/>
          </a:xfrm>
          <a:prstGeom prst="rect">
            <a:avLst/>
          </a:prstGeom>
          <a:noFill/>
          <a:ln>
            <a:noFill/>
          </a:ln>
        </p:spPr>
      </p:pic>
      <p:sp>
        <p:nvSpPr>
          <p:cNvPr id="838" name="Google Shape;838;p101"/>
          <p:cNvSpPr/>
          <p:nvPr/>
        </p:nvSpPr>
        <p:spPr>
          <a:xfrm>
            <a:off x="535200" y="578100"/>
            <a:ext cx="8073600" cy="3987300"/>
          </a:xfrm>
          <a:prstGeom prst="rect">
            <a:avLst/>
          </a:prstGeom>
          <a:solidFill>
            <a:schemeClr val="lt1"/>
          </a:solidFill>
          <a:ln>
            <a:noFill/>
          </a:ln>
          <a:effectLst>
            <a:outerShdw blurRad="285750" dist="19050" dir="5400000" algn="bl" rotWithShape="0">
              <a:schemeClr val="dk1">
                <a:alpha val="49411"/>
              </a:scheme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grpSp>
        <p:nvGrpSpPr>
          <p:cNvPr id="839" name="Google Shape;839;p101"/>
          <p:cNvGrpSpPr/>
          <p:nvPr/>
        </p:nvGrpSpPr>
        <p:grpSpPr>
          <a:xfrm>
            <a:off x="6177500" y="3738300"/>
            <a:ext cx="3810000" cy="2254900"/>
            <a:chOff x="2287428" y="526446"/>
            <a:chExt cx="7620000" cy="4509801"/>
          </a:xfrm>
        </p:grpSpPr>
        <p:sp>
          <p:nvSpPr>
            <p:cNvPr id="840" name="Google Shape;840;p101"/>
            <p:cNvSpPr/>
            <p:nvPr/>
          </p:nvSpPr>
          <p:spPr>
            <a:xfrm>
              <a:off x="2287428" y="526446"/>
              <a:ext cx="7620000" cy="4509801"/>
            </a:xfrm>
            <a:custGeom>
              <a:avLst/>
              <a:gdLst/>
              <a:ahLst/>
              <a:cxnLst/>
              <a:rect l="l" t="t" r="r" b="b"/>
              <a:pathLst>
                <a:path w="7620000" h="4509801" extrusionOk="0">
                  <a:moveTo>
                    <a:pt x="0" y="4509802"/>
                  </a:moveTo>
                  <a:lnTo>
                    <a:pt x="990314" y="3328702"/>
                  </a:lnTo>
                  <a:lnTo>
                    <a:pt x="1576102" y="3471672"/>
                  </a:lnTo>
                  <a:lnTo>
                    <a:pt x="2812733" y="2571560"/>
                  </a:lnTo>
                  <a:lnTo>
                    <a:pt x="3550635" y="2938272"/>
                  </a:lnTo>
                  <a:lnTo>
                    <a:pt x="4511802" y="1857280"/>
                  </a:lnTo>
                  <a:lnTo>
                    <a:pt x="5519261" y="1881283"/>
                  </a:lnTo>
                  <a:lnTo>
                    <a:pt x="6905054" y="1204817"/>
                  </a:lnTo>
                  <a:lnTo>
                    <a:pt x="7620000" y="0"/>
                  </a:lnTo>
                </a:path>
              </a:pathLst>
            </a:custGeom>
            <a:no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41" name="Google Shape;841;p101"/>
            <p:cNvSpPr/>
            <p:nvPr/>
          </p:nvSpPr>
          <p:spPr>
            <a:xfrm>
              <a:off x="3773138" y="3907726"/>
              <a:ext cx="185737" cy="185737"/>
            </a:xfrm>
            <a:custGeom>
              <a:avLst/>
              <a:gdLst/>
              <a:ahLst/>
              <a:cxnLst/>
              <a:rect l="l" t="t" r="r" b="b"/>
              <a:pathLst>
                <a:path w="185737" h="185737" extrusionOk="0">
                  <a:moveTo>
                    <a:pt x="185738" y="92869"/>
                  </a:moveTo>
                  <a:cubicBezTo>
                    <a:pt x="185738" y="144159"/>
                    <a:pt x="144159" y="185738"/>
                    <a:pt x="92869" y="185738"/>
                  </a:cubicBezTo>
                  <a:cubicBezTo>
                    <a:pt x="41579" y="185738"/>
                    <a:pt x="0" y="144159"/>
                    <a:pt x="0" y="92869"/>
                  </a:cubicBezTo>
                  <a:cubicBezTo>
                    <a:pt x="0" y="41579"/>
                    <a:pt x="41579" y="0"/>
                    <a:pt x="92869" y="0"/>
                  </a:cubicBezTo>
                  <a:cubicBezTo>
                    <a:pt x="144159" y="0"/>
                    <a:pt x="185738" y="41579"/>
                    <a:pt x="185738" y="92869"/>
                  </a:cubicBezTo>
                  <a:close/>
                </a:path>
              </a:pathLst>
            </a:custGeom>
            <a:solidFill>
              <a:schemeClr val="lt1"/>
            </a:solid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42" name="Google Shape;842;p101"/>
            <p:cNvSpPr/>
            <p:nvPr/>
          </p:nvSpPr>
          <p:spPr>
            <a:xfrm>
              <a:off x="5744813" y="3374326"/>
              <a:ext cx="185737" cy="185737"/>
            </a:xfrm>
            <a:custGeom>
              <a:avLst/>
              <a:gdLst/>
              <a:ahLst/>
              <a:cxnLst/>
              <a:rect l="l" t="t" r="r" b="b"/>
              <a:pathLst>
                <a:path w="185737" h="185737" extrusionOk="0">
                  <a:moveTo>
                    <a:pt x="185738" y="92869"/>
                  </a:moveTo>
                  <a:cubicBezTo>
                    <a:pt x="185738" y="144159"/>
                    <a:pt x="144159" y="185738"/>
                    <a:pt x="92869" y="185738"/>
                  </a:cubicBezTo>
                  <a:cubicBezTo>
                    <a:pt x="41579" y="185738"/>
                    <a:pt x="0" y="144159"/>
                    <a:pt x="0" y="92869"/>
                  </a:cubicBezTo>
                  <a:cubicBezTo>
                    <a:pt x="0" y="41579"/>
                    <a:pt x="41579" y="0"/>
                    <a:pt x="92869" y="0"/>
                  </a:cubicBezTo>
                  <a:cubicBezTo>
                    <a:pt x="144159" y="0"/>
                    <a:pt x="185738" y="41579"/>
                    <a:pt x="185738" y="92869"/>
                  </a:cubicBezTo>
                  <a:close/>
                </a:path>
              </a:pathLst>
            </a:custGeom>
            <a:solidFill>
              <a:schemeClr val="lt1"/>
            </a:solid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43" name="Google Shape;843;p101"/>
            <p:cNvSpPr/>
            <p:nvPr/>
          </p:nvSpPr>
          <p:spPr>
            <a:xfrm>
              <a:off x="7716488" y="2317051"/>
              <a:ext cx="185737" cy="185737"/>
            </a:xfrm>
            <a:custGeom>
              <a:avLst/>
              <a:gdLst/>
              <a:ahLst/>
              <a:cxnLst/>
              <a:rect l="l" t="t" r="r" b="b"/>
              <a:pathLst>
                <a:path w="185737" h="185737" extrusionOk="0">
                  <a:moveTo>
                    <a:pt x="185738" y="92869"/>
                  </a:moveTo>
                  <a:cubicBezTo>
                    <a:pt x="185738" y="144159"/>
                    <a:pt x="144159" y="185737"/>
                    <a:pt x="92869" y="185737"/>
                  </a:cubicBezTo>
                  <a:cubicBezTo>
                    <a:pt x="41579" y="185737"/>
                    <a:pt x="0" y="144159"/>
                    <a:pt x="0" y="92869"/>
                  </a:cubicBezTo>
                  <a:cubicBezTo>
                    <a:pt x="0" y="41579"/>
                    <a:pt x="41579" y="0"/>
                    <a:pt x="92869" y="0"/>
                  </a:cubicBezTo>
                  <a:cubicBezTo>
                    <a:pt x="144159" y="0"/>
                    <a:pt x="185738" y="41579"/>
                    <a:pt x="185738" y="92869"/>
                  </a:cubicBezTo>
                  <a:close/>
                </a:path>
              </a:pathLst>
            </a:custGeom>
            <a:solidFill>
              <a:schemeClr val="lt1"/>
            </a:solid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44" name="Google Shape;844;p101"/>
            <p:cNvSpPr/>
            <p:nvPr/>
          </p:nvSpPr>
          <p:spPr>
            <a:xfrm rot="-2700000">
              <a:off x="9128498" y="1671953"/>
              <a:ext cx="119701" cy="119701"/>
            </a:xfrm>
            <a:custGeom>
              <a:avLst/>
              <a:gdLst/>
              <a:ahLst/>
              <a:cxnLst/>
              <a:rect l="l" t="t" r="r" b="b"/>
              <a:pathLst>
                <a:path w="119634" h="119634" extrusionOk="0">
                  <a:moveTo>
                    <a:pt x="0" y="0"/>
                  </a:moveTo>
                  <a:lnTo>
                    <a:pt x="119634" y="0"/>
                  </a:lnTo>
                  <a:lnTo>
                    <a:pt x="119634" y="119634"/>
                  </a:lnTo>
                  <a:lnTo>
                    <a:pt x="0" y="119634"/>
                  </a:lnTo>
                  <a:close/>
                </a:path>
              </a:pathLst>
            </a:custGeom>
            <a:solidFill>
              <a:schemeClr val="lt1"/>
            </a:solidFill>
            <a:ln w="19050"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45" name="Google Shape;845;p101"/>
            <p:cNvSpPr/>
            <p:nvPr/>
          </p:nvSpPr>
          <p:spPr>
            <a:xfrm rot="-2700000">
              <a:off x="6747282" y="2329246"/>
              <a:ext cx="119701" cy="119701"/>
            </a:xfrm>
            <a:custGeom>
              <a:avLst/>
              <a:gdLst/>
              <a:ahLst/>
              <a:cxnLst/>
              <a:rect l="l" t="t" r="r" b="b"/>
              <a:pathLst>
                <a:path w="119634" h="119634" extrusionOk="0">
                  <a:moveTo>
                    <a:pt x="0" y="0"/>
                  </a:moveTo>
                  <a:lnTo>
                    <a:pt x="119634" y="0"/>
                  </a:lnTo>
                  <a:lnTo>
                    <a:pt x="119634" y="119634"/>
                  </a:lnTo>
                  <a:lnTo>
                    <a:pt x="0" y="119634"/>
                  </a:lnTo>
                  <a:close/>
                </a:path>
              </a:pathLst>
            </a:custGeom>
            <a:solidFill>
              <a:schemeClr val="lt1"/>
            </a:solidFill>
            <a:ln w="19050"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46" name="Google Shape;846;p101"/>
            <p:cNvSpPr/>
            <p:nvPr/>
          </p:nvSpPr>
          <p:spPr>
            <a:xfrm rot="-2700000">
              <a:off x="5042248" y="3034077"/>
              <a:ext cx="119701" cy="119701"/>
            </a:xfrm>
            <a:custGeom>
              <a:avLst/>
              <a:gdLst/>
              <a:ahLst/>
              <a:cxnLst/>
              <a:rect l="l" t="t" r="r" b="b"/>
              <a:pathLst>
                <a:path w="119634" h="119634" extrusionOk="0">
                  <a:moveTo>
                    <a:pt x="0" y="0"/>
                  </a:moveTo>
                  <a:lnTo>
                    <a:pt x="119634" y="0"/>
                  </a:lnTo>
                  <a:lnTo>
                    <a:pt x="119634" y="119634"/>
                  </a:lnTo>
                  <a:lnTo>
                    <a:pt x="0" y="119634"/>
                  </a:lnTo>
                  <a:close/>
                </a:path>
              </a:pathLst>
            </a:custGeom>
            <a:solidFill>
              <a:schemeClr val="lt1"/>
            </a:solidFill>
            <a:ln w="19050"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47" name="Google Shape;847;p101"/>
            <p:cNvSpPr/>
            <p:nvPr/>
          </p:nvSpPr>
          <p:spPr>
            <a:xfrm rot="-2700000">
              <a:off x="3222984" y="3796039"/>
              <a:ext cx="119701" cy="119701"/>
            </a:xfrm>
            <a:custGeom>
              <a:avLst/>
              <a:gdLst/>
              <a:ahLst/>
              <a:cxnLst/>
              <a:rect l="l" t="t" r="r" b="b"/>
              <a:pathLst>
                <a:path w="119634" h="119634" extrusionOk="0">
                  <a:moveTo>
                    <a:pt x="0" y="0"/>
                  </a:moveTo>
                  <a:lnTo>
                    <a:pt x="119634" y="0"/>
                  </a:lnTo>
                  <a:lnTo>
                    <a:pt x="119634" y="119634"/>
                  </a:lnTo>
                  <a:lnTo>
                    <a:pt x="0" y="119634"/>
                  </a:lnTo>
                  <a:close/>
                </a:path>
              </a:pathLst>
            </a:custGeom>
            <a:solidFill>
              <a:schemeClr val="lt1"/>
            </a:solidFill>
            <a:ln w="19050"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848"/>
        <p:cNvGrpSpPr/>
        <p:nvPr/>
      </p:nvGrpSpPr>
      <p:grpSpPr>
        <a:xfrm>
          <a:off x="0" y="0"/>
          <a:ext cx="0" cy="0"/>
          <a:chOff x="0" y="0"/>
          <a:chExt cx="0" cy="0"/>
        </a:xfrm>
      </p:grpSpPr>
      <p:grpSp>
        <p:nvGrpSpPr>
          <p:cNvPr id="849" name="Google Shape;849;p102"/>
          <p:cNvGrpSpPr/>
          <p:nvPr/>
        </p:nvGrpSpPr>
        <p:grpSpPr>
          <a:xfrm>
            <a:off x="0" y="0"/>
            <a:ext cx="9144000" cy="5142071"/>
            <a:chOff x="0" y="0"/>
            <a:chExt cx="12192000" cy="6856095"/>
          </a:xfrm>
        </p:grpSpPr>
        <p:grpSp>
          <p:nvGrpSpPr>
            <p:cNvPr id="850" name="Google Shape;850;p102"/>
            <p:cNvGrpSpPr/>
            <p:nvPr/>
          </p:nvGrpSpPr>
          <p:grpSpPr>
            <a:xfrm>
              <a:off x="11482324" y="0"/>
              <a:ext cx="6350" cy="6856095"/>
              <a:chOff x="11482324" y="0"/>
              <a:chExt cx="6350" cy="6856095"/>
            </a:xfrm>
          </p:grpSpPr>
          <p:sp>
            <p:nvSpPr>
              <p:cNvPr id="851" name="Google Shape;851;p102"/>
              <p:cNvSpPr/>
              <p:nvPr/>
            </p:nvSpPr>
            <p:spPr>
              <a:xfrm>
                <a:off x="11482324"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52" name="Google Shape;852;p102"/>
              <p:cNvSpPr/>
              <p:nvPr/>
            </p:nvSpPr>
            <p:spPr>
              <a:xfrm>
                <a:off x="11482324"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53" name="Google Shape;853;p102"/>
              <p:cNvSpPr/>
              <p:nvPr/>
            </p:nvSpPr>
            <p:spPr>
              <a:xfrm>
                <a:off x="11482324"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854" name="Google Shape;854;p102"/>
            <p:cNvGrpSpPr/>
            <p:nvPr/>
          </p:nvGrpSpPr>
          <p:grpSpPr>
            <a:xfrm>
              <a:off x="10502836" y="0"/>
              <a:ext cx="6350" cy="6856095"/>
              <a:chOff x="10502836" y="0"/>
              <a:chExt cx="6350" cy="6856095"/>
            </a:xfrm>
          </p:grpSpPr>
          <p:sp>
            <p:nvSpPr>
              <p:cNvPr id="855" name="Google Shape;855;p102"/>
              <p:cNvSpPr/>
              <p:nvPr/>
            </p:nvSpPr>
            <p:spPr>
              <a:xfrm>
                <a:off x="10502836"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56" name="Google Shape;856;p102"/>
              <p:cNvSpPr/>
              <p:nvPr/>
            </p:nvSpPr>
            <p:spPr>
              <a:xfrm>
                <a:off x="10502836"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57" name="Google Shape;857;p102"/>
              <p:cNvSpPr/>
              <p:nvPr/>
            </p:nvSpPr>
            <p:spPr>
              <a:xfrm>
                <a:off x="10502836"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858" name="Google Shape;858;p102"/>
            <p:cNvGrpSpPr/>
            <p:nvPr/>
          </p:nvGrpSpPr>
          <p:grpSpPr>
            <a:xfrm>
              <a:off x="9523412" y="0"/>
              <a:ext cx="6350" cy="6856095"/>
              <a:chOff x="9523412" y="0"/>
              <a:chExt cx="6350" cy="6856095"/>
            </a:xfrm>
          </p:grpSpPr>
          <p:sp>
            <p:nvSpPr>
              <p:cNvPr id="859" name="Google Shape;859;p102"/>
              <p:cNvSpPr/>
              <p:nvPr/>
            </p:nvSpPr>
            <p:spPr>
              <a:xfrm>
                <a:off x="9523412"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60" name="Google Shape;860;p102"/>
              <p:cNvSpPr/>
              <p:nvPr/>
            </p:nvSpPr>
            <p:spPr>
              <a:xfrm>
                <a:off x="9523412"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61" name="Google Shape;861;p102"/>
              <p:cNvSpPr/>
              <p:nvPr/>
            </p:nvSpPr>
            <p:spPr>
              <a:xfrm>
                <a:off x="9523412"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862" name="Google Shape;862;p102"/>
            <p:cNvGrpSpPr/>
            <p:nvPr/>
          </p:nvGrpSpPr>
          <p:grpSpPr>
            <a:xfrm>
              <a:off x="8543988" y="0"/>
              <a:ext cx="6350" cy="6856095"/>
              <a:chOff x="8543988" y="0"/>
              <a:chExt cx="6350" cy="6856095"/>
            </a:xfrm>
          </p:grpSpPr>
          <p:sp>
            <p:nvSpPr>
              <p:cNvPr id="863" name="Google Shape;863;p102"/>
              <p:cNvSpPr/>
              <p:nvPr/>
            </p:nvSpPr>
            <p:spPr>
              <a:xfrm>
                <a:off x="8543988"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64" name="Google Shape;864;p102"/>
              <p:cNvSpPr/>
              <p:nvPr/>
            </p:nvSpPr>
            <p:spPr>
              <a:xfrm>
                <a:off x="8543988"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65" name="Google Shape;865;p102"/>
              <p:cNvSpPr/>
              <p:nvPr/>
            </p:nvSpPr>
            <p:spPr>
              <a:xfrm>
                <a:off x="8543988"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866" name="Google Shape;866;p102"/>
            <p:cNvGrpSpPr/>
            <p:nvPr/>
          </p:nvGrpSpPr>
          <p:grpSpPr>
            <a:xfrm>
              <a:off x="7564564" y="0"/>
              <a:ext cx="6350" cy="6856095"/>
              <a:chOff x="7564564" y="0"/>
              <a:chExt cx="6350" cy="6856095"/>
            </a:xfrm>
          </p:grpSpPr>
          <p:sp>
            <p:nvSpPr>
              <p:cNvPr id="867" name="Google Shape;867;p102"/>
              <p:cNvSpPr/>
              <p:nvPr/>
            </p:nvSpPr>
            <p:spPr>
              <a:xfrm>
                <a:off x="7564564"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68" name="Google Shape;868;p102"/>
              <p:cNvSpPr/>
              <p:nvPr/>
            </p:nvSpPr>
            <p:spPr>
              <a:xfrm>
                <a:off x="7564564"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69" name="Google Shape;869;p102"/>
              <p:cNvSpPr/>
              <p:nvPr/>
            </p:nvSpPr>
            <p:spPr>
              <a:xfrm>
                <a:off x="7564564"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870" name="Google Shape;870;p102"/>
            <p:cNvGrpSpPr/>
            <p:nvPr/>
          </p:nvGrpSpPr>
          <p:grpSpPr>
            <a:xfrm>
              <a:off x="6585077" y="0"/>
              <a:ext cx="6350" cy="6856095"/>
              <a:chOff x="6585077" y="0"/>
              <a:chExt cx="6350" cy="6856095"/>
            </a:xfrm>
          </p:grpSpPr>
          <p:sp>
            <p:nvSpPr>
              <p:cNvPr id="871" name="Google Shape;871;p102"/>
              <p:cNvSpPr/>
              <p:nvPr/>
            </p:nvSpPr>
            <p:spPr>
              <a:xfrm>
                <a:off x="6585077"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72" name="Google Shape;872;p102"/>
              <p:cNvSpPr/>
              <p:nvPr/>
            </p:nvSpPr>
            <p:spPr>
              <a:xfrm>
                <a:off x="6585077"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73" name="Google Shape;873;p102"/>
              <p:cNvSpPr/>
              <p:nvPr/>
            </p:nvSpPr>
            <p:spPr>
              <a:xfrm>
                <a:off x="6585077"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874" name="Google Shape;874;p102"/>
            <p:cNvGrpSpPr/>
            <p:nvPr/>
          </p:nvGrpSpPr>
          <p:grpSpPr>
            <a:xfrm>
              <a:off x="5602224" y="0"/>
              <a:ext cx="6350" cy="6856095"/>
              <a:chOff x="5602224" y="0"/>
              <a:chExt cx="6350" cy="6856095"/>
            </a:xfrm>
          </p:grpSpPr>
          <p:sp>
            <p:nvSpPr>
              <p:cNvPr id="875" name="Google Shape;875;p102"/>
              <p:cNvSpPr/>
              <p:nvPr/>
            </p:nvSpPr>
            <p:spPr>
              <a:xfrm>
                <a:off x="5602224"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76" name="Google Shape;876;p102"/>
              <p:cNvSpPr/>
              <p:nvPr/>
            </p:nvSpPr>
            <p:spPr>
              <a:xfrm>
                <a:off x="5602224"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77" name="Google Shape;877;p102"/>
              <p:cNvSpPr/>
              <p:nvPr/>
            </p:nvSpPr>
            <p:spPr>
              <a:xfrm>
                <a:off x="5602224"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878" name="Google Shape;878;p102"/>
            <p:cNvGrpSpPr/>
            <p:nvPr/>
          </p:nvGrpSpPr>
          <p:grpSpPr>
            <a:xfrm>
              <a:off x="4622736" y="0"/>
              <a:ext cx="6350" cy="6856095"/>
              <a:chOff x="4622736" y="0"/>
              <a:chExt cx="6350" cy="6856095"/>
            </a:xfrm>
          </p:grpSpPr>
          <p:sp>
            <p:nvSpPr>
              <p:cNvPr id="879" name="Google Shape;879;p102"/>
              <p:cNvSpPr/>
              <p:nvPr/>
            </p:nvSpPr>
            <p:spPr>
              <a:xfrm>
                <a:off x="4622736"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80" name="Google Shape;880;p102"/>
              <p:cNvSpPr/>
              <p:nvPr/>
            </p:nvSpPr>
            <p:spPr>
              <a:xfrm>
                <a:off x="4622736"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81" name="Google Shape;881;p102"/>
              <p:cNvSpPr/>
              <p:nvPr/>
            </p:nvSpPr>
            <p:spPr>
              <a:xfrm>
                <a:off x="4622736"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882" name="Google Shape;882;p102"/>
            <p:cNvGrpSpPr/>
            <p:nvPr/>
          </p:nvGrpSpPr>
          <p:grpSpPr>
            <a:xfrm>
              <a:off x="3643312" y="0"/>
              <a:ext cx="6350" cy="6856095"/>
              <a:chOff x="3643312" y="0"/>
              <a:chExt cx="6350" cy="6856095"/>
            </a:xfrm>
          </p:grpSpPr>
          <p:sp>
            <p:nvSpPr>
              <p:cNvPr id="883" name="Google Shape;883;p102"/>
              <p:cNvSpPr/>
              <p:nvPr/>
            </p:nvSpPr>
            <p:spPr>
              <a:xfrm>
                <a:off x="3643312"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84" name="Google Shape;884;p102"/>
              <p:cNvSpPr/>
              <p:nvPr/>
            </p:nvSpPr>
            <p:spPr>
              <a:xfrm>
                <a:off x="3643312"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85" name="Google Shape;885;p102"/>
              <p:cNvSpPr/>
              <p:nvPr/>
            </p:nvSpPr>
            <p:spPr>
              <a:xfrm>
                <a:off x="3643312"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886" name="Google Shape;886;p102"/>
            <p:cNvGrpSpPr/>
            <p:nvPr/>
          </p:nvGrpSpPr>
          <p:grpSpPr>
            <a:xfrm>
              <a:off x="2663888" y="0"/>
              <a:ext cx="6350" cy="6856095"/>
              <a:chOff x="2663888" y="0"/>
              <a:chExt cx="6350" cy="6856095"/>
            </a:xfrm>
          </p:grpSpPr>
          <p:sp>
            <p:nvSpPr>
              <p:cNvPr id="887" name="Google Shape;887;p102"/>
              <p:cNvSpPr/>
              <p:nvPr/>
            </p:nvSpPr>
            <p:spPr>
              <a:xfrm>
                <a:off x="2663888"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88" name="Google Shape;888;p102"/>
              <p:cNvSpPr/>
              <p:nvPr/>
            </p:nvSpPr>
            <p:spPr>
              <a:xfrm>
                <a:off x="2663888"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89" name="Google Shape;889;p102"/>
              <p:cNvSpPr/>
              <p:nvPr/>
            </p:nvSpPr>
            <p:spPr>
              <a:xfrm>
                <a:off x="2663888"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890" name="Google Shape;890;p102"/>
            <p:cNvGrpSpPr/>
            <p:nvPr/>
          </p:nvGrpSpPr>
          <p:grpSpPr>
            <a:xfrm>
              <a:off x="1684464" y="0"/>
              <a:ext cx="6350" cy="6856095"/>
              <a:chOff x="1684464" y="0"/>
              <a:chExt cx="6350" cy="6856095"/>
            </a:xfrm>
          </p:grpSpPr>
          <p:sp>
            <p:nvSpPr>
              <p:cNvPr id="891" name="Google Shape;891;p102"/>
              <p:cNvSpPr/>
              <p:nvPr/>
            </p:nvSpPr>
            <p:spPr>
              <a:xfrm>
                <a:off x="1684464"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92" name="Google Shape;892;p102"/>
              <p:cNvSpPr/>
              <p:nvPr/>
            </p:nvSpPr>
            <p:spPr>
              <a:xfrm>
                <a:off x="1684464"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93" name="Google Shape;893;p102"/>
              <p:cNvSpPr/>
              <p:nvPr/>
            </p:nvSpPr>
            <p:spPr>
              <a:xfrm>
                <a:off x="1684464"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894" name="Google Shape;894;p102"/>
            <p:cNvGrpSpPr/>
            <p:nvPr/>
          </p:nvGrpSpPr>
          <p:grpSpPr>
            <a:xfrm>
              <a:off x="704977" y="0"/>
              <a:ext cx="6350" cy="6856095"/>
              <a:chOff x="704977" y="0"/>
              <a:chExt cx="6350" cy="6856095"/>
            </a:xfrm>
          </p:grpSpPr>
          <p:sp>
            <p:nvSpPr>
              <p:cNvPr id="895" name="Google Shape;895;p102"/>
              <p:cNvSpPr/>
              <p:nvPr/>
            </p:nvSpPr>
            <p:spPr>
              <a:xfrm>
                <a:off x="704977" y="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96" name="Google Shape;896;p102"/>
              <p:cNvSpPr/>
              <p:nvPr/>
            </p:nvSpPr>
            <p:spPr>
              <a:xfrm>
                <a:off x="704977" y="66738"/>
                <a:ext cx="6350" cy="6744843"/>
              </a:xfrm>
              <a:custGeom>
                <a:avLst/>
                <a:gdLst/>
                <a:ahLst/>
                <a:cxnLst/>
                <a:rect l="l" t="t" r="r" b="b"/>
                <a:pathLst>
                  <a:path w="6350" h="6744843" extrusionOk="0">
                    <a:moveTo>
                      <a:pt x="0" y="0"/>
                    </a:moveTo>
                    <a:lnTo>
                      <a:pt x="0" y="6744843"/>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97" name="Google Shape;897;p102"/>
              <p:cNvSpPr/>
              <p:nvPr/>
            </p:nvSpPr>
            <p:spPr>
              <a:xfrm>
                <a:off x="704977" y="6833870"/>
                <a:ext cx="6350" cy="22225"/>
              </a:xfrm>
              <a:custGeom>
                <a:avLst/>
                <a:gdLst/>
                <a:ahLst/>
                <a:cxnLst/>
                <a:rect l="l" t="t" r="r" b="b"/>
                <a:pathLst>
                  <a:path w="6350" h="22225" extrusionOk="0">
                    <a:moveTo>
                      <a:pt x="0" y="0"/>
                    </a:moveTo>
                    <a:lnTo>
                      <a:pt x="0" y="22225"/>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898" name="Google Shape;898;p102"/>
            <p:cNvGrpSpPr/>
            <p:nvPr/>
          </p:nvGrpSpPr>
          <p:grpSpPr>
            <a:xfrm>
              <a:off x="0" y="6093333"/>
              <a:ext cx="12192000" cy="6350"/>
              <a:chOff x="0" y="6093333"/>
              <a:chExt cx="12192000" cy="6350"/>
            </a:xfrm>
          </p:grpSpPr>
          <p:sp>
            <p:nvSpPr>
              <p:cNvPr id="899" name="Google Shape;899;p102"/>
              <p:cNvSpPr/>
              <p:nvPr/>
            </p:nvSpPr>
            <p:spPr>
              <a:xfrm>
                <a:off x="12169775" y="6093333"/>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00" name="Google Shape;900;p102"/>
              <p:cNvSpPr/>
              <p:nvPr/>
            </p:nvSpPr>
            <p:spPr>
              <a:xfrm>
                <a:off x="44450" y="6093333"/>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01" name="Google Shape;901;p102"/>
              <p:cNvSpPr/>
              <p:nvPr/>
            </p:nvSpPr>
            <p:spPr>
              <a:xfrm>
                <a:off x="0" y="6093333"/>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902" name="Google Shape;902;p102"/>
            <p:cNvGrpSpPr/>
            <p:nvPr/>
          </p:nvGrpSpPr>
          <p:grpSpPr>
            <a:xfrm>
              <a:off x="0" y="5330571"/>
              <a:ext cx="12192000" cy="6350"/>
              <a:chOff x="0" y="5330571"/>
              <a:chExt cx="12192000" cy="6350"/>
            </a:xfrm>
          </p:grpSpPr>
          <p:sp>
            <p:nvSpPr>
              <p:cNvPr id="903" name="Google Shape;903;p102"/>
              <p:cNvSpPr/>
              <p:nvPr/>
            </p:nvSpPr>
            <p:spPr>
              <a:xfrm>
                <a:off x="12169775" y="5330571"/>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04" name="Google Shape;904;p102"/>
              <p:cNvSpPr/>
              <p:nvPr/>
            </p:nvSpPr>
            <p:spPr>
              <a:xfrm>
                <a:off x="44450" y="5330571"/>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05" name="Google Shape;905;p102"/>
              <p:cNvSpPr/>
              <p:nvPr/>
            </p:nvSpPr>
            <p:spPr>
              <a:xfrm>
                <a:off x="0" y="5330571"/>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906" name="Google Shape;906;p102"/>
            <p:cNvGrpSpPr/>
            <p:nvPr/>
          </p:nvGrpSpPr>
          <p:grpSpPr>
            <a:xfrm>
              <a:off x="0" y="4567872"/>
              <a:ext cx="12192000" cy="6350"/>
              <a:chOff x="0" y="4567872"/>
              <a:chExt cx="12192000" cy="6350"/>
            </a:xfrm>
          </p:grpSpPr>
          <p:sp>
            <p:nvSpPr>
              <p:cNvPr id="907" name="Google Shape;907;p102"/>
              <p:cNvSpPr/>
              <p:nvPr/>
            </p:nvSpPr>
            <p:spPr>
              <a:xfrm>
                <a:off x="12169775" y="4567872"/>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08" name="Google Shape;908;p102"/>
              <p:cNvSpPr/>
              <p:nvPr/>
            </p:nvSpPr>
            <p:spPr>
              <a:xfrm>
                <a:off x="44450" y="4567872"/>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09" name="Google Shape;909;p102"/>
              <p:cNvSpPr/>
              <p:nvPr/>
            </p:nvSpPr>
            <p:spPr>
              <a:xfrm>
                <a:off x="0" y="4567872"/>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910" name="Google Shape;910;p102"/>
            <p:cNvGrpSpPr/>
            <p:nvPr/>
          </p:nvGrpSpPr>
          <p:grpSpPr>
            <a:xfrm>
              <a:off x="0" y="3805110"/>
              <a:ext cx="12192000" cy="6350"/>
              <a:chOff x="0" y="3805110"/>
              <a:chExt cx="12192000" cy="6350"/>
            </a:xfrm>
          </p:grpSpPr>
          <p:sp>
            <p:nvSpPr>
              <p:cNvPr id="911" name="Google Shape;911;p102"/>
              <p:cNvSpPr/>
              <p:nvPr/>
            </p:nvSpPr>
            <p:spPr>
              <a:xfrm>
                <a:off x="12169775" y="3805110"/>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12" name="Google Shape;912;p102"/>
              <p:cNvSpPr/>
              <p:nvPr/>
            </p:nvSpPr>
            <p:spPr>
              <a:xfrm>
                <a:off x="44450" y="3805110"/>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13" name="Google Shape;913;p102"/>
              <p:cNvSpPr/>
              <p:nvPr/>
            </p:nvSpPr>
            <p:spPr>
              <a:xfrm>
                <a:off x="0" y="3805110"/>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914" name="Google Shape;914;p102"/>
            <p:cNvGrpSpPr/>
            <p:nvPr/>
          </p:nvGrpSpPr>
          <p:grpSpPr>
            <a:xfrm>
              <a:off x="0" y="3050921"/>
              <a:ext cx="12192000" cy="6350"/>
              <a:chOff x="0" y="3050921"/>
              <a:chExt cx="12192000" cy="6350"/>
            </a:xfrm>
          </p:grpSpPr>
          <p:sp>
            <p:nvSpPr>
              <p:cNvPr id="915" name="Google Shape;915;p102"/>
              <p:cNvSpPr/>
              <p:nvPr/>
            </p:nvSpPr>
            <p:spPr>
              <a:xfrm>
                <a:off x="12169775" y="3050921"/>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16" name="Google Shape;916;p102"/>
              <p:cNvSpPr/>
              <p:nvPr/>
            </p:nvSpPr>
            <p:spPr>
              <a:xfrm>
                <a:off x="44450" y="3050921"/>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17" name="Google Shape;917;p102"/>
              <p:cNvSpPr/>
              <p:nvPr/>
            </p:nvSpPr>
            <p:spPr>
              <a:xfrm>
                <a:off x="0" y="3050921"/>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918" name="Google Shape;918;p102"/>
            <p:cNvGrpSpPr/>
            <p:nvPr/>
          </p:nvGrpSpPr>
          <p:grpSpPr>
            <a:xfrm>
              <a:off x="0" y="2288222"/>
              <a:ext cx="12192000" cy="6350"/>
              <a:chOff x="0" y="2288222"/>
              <a:chExt cx="12192000" cy="6350"/>
            </a:xfrm>
          </p:grpSpPr>
          <p:sp>
            <p:nvSpPr>
              <p:cNvPr id="919" name="Google Shape;919;p102"/>
              <p:cNvSpPr/>
              <p:nvPr/>
            </p:nvSpPr>
            <p:spPr>
              <a:xfrm>
                <a:off x="12169775" y="2288222"/>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20" name="Google Shape;920;p102"/>
              <p:cNvSpPr/>
              <p:nvPr/>
            </p:nvSpPr>
            <p:spPr>
              <a:xfrm>
                <a:off x="44450" y="2288222"/>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21" name="Google Shape;921;p102"/>
              <p:cNvSpPr/>
              <p:nvPr/>
            </p:nvSpPr>
            <p:spPr>
              <a:xfrm>
                <a:off x="0" y="2288222"/>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922" name="Google Shape;922;p102"/>
            <p:cNvGrpSpPr/>
            <p:nvPr/>
          </p:nvGrpSpPr>
          <p:grpSpPr>
            <a:xfrm>
              <a:off x="0" y="1525460"/>
              <a:ext cx="12192000" cy="6350"/>
              <a:chOff x="0" y="1525460"/>
              <a:chExt cx="12192000" cy="6350"/>
            </a:xfrm>
          </p:grpSpPr>
          <p:sp>
            <p:nvSpPr>
              <p:cNvPr id="923" name="Google Shape;923;p102"/>
              <p:cNvSpPr/>
              <p:nvPr/>
            </p:nvSpPr>
            <p:spPr>
              <a:xfrm>
                <a:off x="12169775" y="1525460"/>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24" name="Google Shape;924;p102"/>
              <p:cNvSpPr/>
              <p:nvPr/>
            </p:nvSpPr>
            <p:spPr>
              <a:xfrm>
                <a:off x="44450" y="1525460"/>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25" name="Google Shape;925;p102"/>
              <p:cNvSpPr/>
              <p:nvPr/>
            </p:nvSpPr>
            <p:spPr>
              <a:xfrm>
                <a:off x="0" y="1525460"/>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926" name="Google Shape;926;p102"/>
            <p:cNvGrpSpPr/>
            <p:nvPr/>
          </p:nvGrpSpPr>
          <p:grpSpPr>
            <a:xfrm>
              <a:off x="0" y="762762"/>
              <a:ext cx="12192000" cy="6350"/>
              <a:chOff x="0" y="762762"/>
              <a:chExt cx="12192000" cy="6350"/>
            </a:xfrm>
          </p:grpSpPr>
          <p:sp>
            <p:nvSpPr>
              <p:cNvPr id="927" name="Google Shape;927;p102"/>
              <p:cNvSpPr/>
              <p:nvPr/>
            </p:nvSpPr>
            <p:spPr>
              <a:xfrm>
                <a:off x="12169775" y="762762"/>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28" name="Google Shape;928;p102"/>
              <p:cNvSpPr/>
              <p:nvPr/>
            </p:nvSpPr>
            <p:spPr>
              <a:xfrm>
                <a:off x="44450" y="762762"/>
                <a:ext cx="12080811" cy="6350"/>
              </a:xfrm>
              <a:custGeom>
                <a:avLst/>
                <a:gdLst/>
                <a:ahLst/>
                <a:cxnLst/>
                <a:rect l="l" t="t" r="r" b="b"/>
                <a:pathLst>
                  <a:path w="12080811" h="6350" extrusionOk="0">
                    <a:moveTo>
                      <a:pt x="12080811"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29" name="Google Shape;929;p102"/>
              <p:cNvSpPr/>
              <p:nvPr/>
            </p:nvSpPr>
            <p:spPr>
              <a:xfrm>
                <a:off x="0" y="762762"/>
                <a:ext cx="22225" cy="6350"/>
              </a:xfrm>
              <a:custGeom>
                <a:avLst/>
                <a:gdLst/>
                <a:ahLst/>
                <a:cxnLst/>
                <a:rect l="l" t="t" r="r" b="b"/>
                <a:pathLst>
                  <a:path w="22225" h="6350" extrusionOk="0">
                    <a:moveTo>
                      <a:pt x="22225" y="0"/>
                    </a:moveTo>
                    <a:lnTo>
                      <a:pt x="0" y="0"/>
                    </a:lnTo>
                  </a:path>
                </a:pathLst>
              </a:custGeom>
              <a:noFill/>
              <a:ln w="9525" cap="flat" cmpd="sng">
                <a:solidFill>
                  <a:schemeClr val="accen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pic>
        <p:nvPicPr>
          <p:cNvPr id="930" name="Google Shape;930;p102"/>
          <p:cNvPicPr preferRelativeResize="0"/>
          <p:nvPr/>
        </p:nvPicPr>
        <p:blipFill rotWithShape="1">
          <a:blip r:embed="rId2">
            <a:alphaModFix/>
          </a:blip>
          <a:srcRect b="11855"/>
          <a:stretch/>
        </p:blipFill>
        <p:spPr>
          <a:xfrm rot="10800000" flipH="1">
            <a:off x="4317024" y="0"/>
            <a:ext cx="4826976" cy="2265625"/>
          </a:xfrm>
          <a:prstGeom prst="rect">
            <a:avLst/>
          </a:prstGeom>
          <a:noFill/>
          <a:ln>
            <a:noFill/>
          </a:ln>
        </p:spPr>
      </p:pic>
      <p:sp>
        <p:nvSpPr>
          <p:cNvPr id="931" name="Google Shape;931;p102"/>
          <p:cNvSpPr/>
          <p:nvPr/>
        </p:nvSpPr>
        <p:spPr>
          <a:xfrm>
            <a:off x="535200" y="578100"/>
            <a:ext cx="8073600" cy="3987300"/>
          </a:xfrm>
          <a:prstGeom prst="rect">
            <a:avLst/>
          </a:prstGeom>
          <a:solidFill>
            <a:schemeClr val="lt1"/>
          </a:solidFill>
          <a:ln>
            <a:noFill/>
          </a:ln>
          <a:effectLst>
            <a:outerShdw blurRad="285750" dist="19050" dir="5400000" algn="bl" rotWithShape="0">
              <a:schemeClr val="dk1">
                <a:alpha val="49411"/>
              </a:scheme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grpSp>
        <p:nvGrpSpPr>
          <p:cNvPr id="932" name="Google Shape;932;p102"/>
          <p:cNvGrpSpPr/>
          <p:nvPr/>
        </p:nvGrpSpPr>
        <p:grpSpPr>
          <a:xfrm flipH="1">
            <a:off x="-1294200" y="3559212"/>
            <a:ext cx="3810000" cy="2254900"/>
            <a:chOff x="2287428" y="526446"/>
            <a:chExt cx="7620000" cy="4509801"/>
          </a:xfrm>
        </p:grpSpPr>
        <p:sp>
          <p:nvSpPr>
            <p:cNvPr id="933" name="Google Shape;933;p102"/>
            <p:cNvSpPr/>
            <p:nvPr/>
          </p:nvSpPr>
          <p:spPr>
            <a:xfrm>
              <a:off x="2287428" y="526446"/>
              <a:ext cx="7620000" cy="4509801"/>
            </a:xfrm>
            <a:custGeom>
              <a:avLst/>
              <a:gdLst/>
              <a:ahLst/>
              <a:cxnLst/>
              <a:rect l="l" t="t" r="r" b="b"/>
              <a:pathLst>
                <a:path w="7620000" h="4509801" extrusionOk="0">
                  <a:moveTo>
                    <a:pt x="0" y="4509802"/>
                  </a:moveTo>
                  <a:lnTo>
                    <a:pt x="990314" y="3328702"/>
                  </a:lnTo>
                  <a:lnTo>
                    <a:pt x="1576102" y="3471672"/>
                  </a:lnTo>
                  <a:lnTo>
                    <a:pt x="2812733" y="2571560"/>
                  </a:lnTo>
                  <a:lnTo>
                    <a:pt x="3550635" y="2938272"/>
                  </a:lnTo>
                  <a:lnTo>
                    <a:pt x="4511802" y="1857280"/>
                  </a:lnTo>
                  <a:lnTo>
                    <a:pt x="5519261" y="1881283"/>
                  </a:lnTo>
                  <a:lnTo>
                    <a:pt x="6905054" y="1204817"/>
                  </a:lnTo>
                  <a:lnTo>
                    <a:pt x="7620000" y="0"/>
                  </a:lnTo>
                </a:path>
              </a:pathLst>
            </a:custGeom>
            <a:no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34" name="Google Shape;934;p102"/>
            <p:cNvSpPr/>
            <p:nvPr/>
          </p:nvSpPr>
          <p:spPr>
            <a:xfrm>
              <a:off x="3773138" y="3907726"/>
              <a:ext cx="185737" cy="185737"/>
            </a:xfrm>
            <a:custGeom>
              <a:avLst/>
              <a:gdLst/>
              <a:ahLst/>
              <a:cxnLst/>
              <a:rect l="l" t="t" r="r" b="b"/>
              <a:pathLst>
                <a:path w="185737" h="185737" extrusionOk="0">
                  <a:moveTo>
                    <a:pt x="185738" y="92869"/>
                  </a:moveTo>
                  <a:cubicBezTo>
                    <a:pt x="185738" y="144159"/>
                    <a:pt x="144159" y="185738"/>
                    <a:pt x="92869" y="185738"/>
                  </a:cubicBezTo>
                  <a:cubicBezTo>
                    <a:pt x="41579" y="185738"/>
                    <a:pt x="0" y="144159"/>
                    <a:pt x="0" y="92869"/>
                  </a:cubicBezTo>
                  <a:cubicBezTo>
                    <a:pt x="0" y="41579"/>
                    <a:pt x="41579" y="0"/>
                    <a:pt x="92869" y="0"/>
                  </a:cubicBezTo>
                  <a:cubicBezTo>
                    <a:pt x="144159" y="0"/>
                    <a:pt x="185738" y="41579"/>
                    <a:pt x="185738" y="92869"/>
                  </a:cubicBezTo>
                  <a:close/>
                </a:path>
              </a:pathLst>
            </a:custGeom>
            <a:solidFill>
              <a:schemeClr val="lt1"/>
            </a:solid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35" name="Google Shape;935;p102"/>
            <p:cNvSpPr/>
            <p:nvPr/>
          </p:nvSpPr>
          <p:spPr>
            <a:xfrm>
              <a:off x="5744813" y="3374326"/>
              <a:ext cx="185737" cy="185737"/>
            </a:xfrm>
            <a:custGeom>
              <a:avLst/>
              <a:gdLst/>
              <a:ahLst/>
              <a:cxnLst/>
              <a:rect l="l" t="t" r="r" b="b"/>
              <a:pathLst>
                <a:path w="185737" h="185737" extrusionOk="0">
                  <a:moveTo>
                    <a:pt x="185738" y="92869"/>
                  </a:moveTo>
                  <a:cubicBezTo>
                    <a:pt x="185738" y="144159"/>
                    <a:pt x="144159" y="185738"/>
                    <a:pt x="92869" y="185738"/>
                  </a:cubicBezTo>
                  <a:cubicBezTo>
                    <a:pt x="41579" y="185738"/>
                    <a:pt x="0" y="144159"/>
                    <a:pt x="0" y="92869"/>
                  </a:cubicBezTo>
                  <a:cubicBezTo>
                    <a:pt x="0" y="41579"/>
                    <a:pt x="41579" y="0"/>
                    <a:pt x="92869" y="0"/>
                  </a:cubicBezTo>
                  <a:cubicBezTo>
                    <a:pt x="144159" y="0"/>
                    <a:pt x="185738" y="41579"/>
                    <a:pt x="185738" y="92869"/>
                  </a:cubicBezTo>
                  <a:close/>
                </a:path>
              </a:pathLst>
            </a:custGeom>
            <a:solidFill>
              <a:schemeClr val="lt1"/>
            </a:solid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36" name="Google Shape;936;p102"/>
            <p:cNvSpPr/>
            <p:nvPr/>
          </p:nvSpPr>
          <p:spPr>
            <a:xfrm>
              <a:off x="7716488" y="2317051"/>
              <a:ext cx="185737" cy="185737"/>
            </a:xfrm>
            <a:custGeom>
              <a:avLst/>
              <a:gdLst/>
              <a:ahLst/>
              <a:cxnLst/>
              <a:rect l="l" t="t" r="r" b="b"/>
              <a:pathLst>
                <a:path w="185737" h="185737" extrusionOk="0">
                  <a:moveTo>
                    <a:pt x="185738" y="92869"/>
                  </a:moveTo>
                  <a:cubicBezTo>
                    <a:pt x="185738" y="144159"/>
                    <a:pt x="144159" y="185737"/>
                    <a:pt x="92869" y="185737"/>
                  </a:cubicBezTo>
                  <a:cubicBezTo>
                    <a:pt x="41579" y="185737"/>
                    <a:pt x="0" y="144159"/>
                    <a:pt x="0" y="92869"/>
                  </a:cubicBezTo>
                  <a:cubicBezTo>
                    <a:pt x="0" y="41579"/>
                    <a:pt x="41579" y="0"/>
                    <a:pt x="92869" y="0"/>
                  </a:cubicBezTo>
                  <a:cubicBezTo>
                    <a:pt x="144159" y="0"/>
                    <a:pt x="185738" y="41579"/>
                    <a:pt x="185738" y="92869"/>
                  </a:cubicBezTo>
                  <a:close/>
                </a:path>
              </a:pathLst>
            </a:custGeom>
            <a:solidFill>
              <a:schemeClr val="lt1"/>
            </a:solid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37" name="Google Shape;937;p102"/>
            <p:cNvSpPr/>
            <p:nvPr/>
          </p:nvSpPr>
          <p:spPr>
            <a:xfrm rot="-2700000">
              <a:off x="9128498" y="1671953"/>
              <a:ext cx="119701" cy="119701"/>
            </a:xfrm>
            <a:custGeom>
              <a:avLst/>
              <a:gdLst/>
              <a:ahLst/>
              <a:cxnLst/>
              <a:rect l="l" t="t" r="r" b="b"/>
              <a:pathLst>
                <a:path w="119634" h="119634" extrusionOk="0">
                  <a:moveTo>
                    <a:pt x="0" y="0"/>
                  </a:moveTo>
                  <a:lnTo>
                    <a:pt x="119634" y="0"/>
                  </a:lnTo>
                  <a:lnTo>
                    <a:pt x="119634" y="119634"/>
                  </a:lnTo>
                  <a:lnTo>
                    <a:pt x="0" y="119634"/>
                  </a:lnTo>
                  <a:close/>
                </a:path>
              </a:pathLst>
            </a:custGeom>
            <a:solidFill>
              <a:schemeClr val="lt1"/>
            </a:solidFill>
            <a:ln w="19050"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38" name="Google Shape;938;p102"/>
            <p:cNvSpPr/>
            <p:nvPr/>
          </p:nvSpPr>
          <p:spPr>
            <a:xfrm rot="-2700000">
              <a:off x="6747282" y="2329246"/>
              <a:ext cx="119701" cy="119701"/>
            </a:xfrm>
            <a:custGeom>
              <a:avLst/>
              <a:gdLst/>
              <a:ahLst/>
              <a:cxnLst/>
              <a:rect l="l" t="t" r="r" b="b"/>
              <a:pathLst>
                <a:path w="119634" h="119634" extrusionOk="0">
                  <a:moveTo>
                    <a:pt x="0" y="0"/>
                  </a:moveTo>
                  <a:lnTo>
                    <a:pt x="119634" y="0"/>
                  </a:lnTo>
                  <a:lnTo>
                    <a:pt x="119634" y="119634"/>
                  </a:lnTo>
                  <a:lnTo>
                    <a:pt x="0" y="119634"/>
                  </a:lnTo>
                  <a:close/>
                </a:path>
              </a:pathLst>
            </a:custGeom>
            <a:solidFill>
              <a:schemeClr val="lt1"/>
            </a:solidFill>
            <a:ln w="19050"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39" name="Google Shape;939;p102"/>
            <p:cNvSpPr/>
            <p:nvPr/>
          </p:nvSpPr>
          <p:spPr>
            <a:xfrm rot="-2700000">
              <a:off x="5042248" y="3034077"/>
              <a:ext cx="119701" cy="119701"/>
            </a:xfrm>
            <a:custGeom>
              <a:avLst/>
              <a:gdLst/>
              <a:ahLst/>
              <a:cxnLst/>
              <a:rect l="l" t="t" r="r" b="b"/>
              <a:pathLst>
                <a:path w="119634" h="119634" extrusionOk="0">
                  <a:moveTo>
                    <a:pt x="0" y="0"/>
                  </a:moveTo>
                  <a:lnTo>
                    <a:pt x="119634" y="0"/>
                  </a:lnTo>
                  <a:lnTo>
                    <a:pt x="119634" y="119634"/>
                  </a:lnTo>
                  <a:lnTo>
                    <a:pt x="0" y="119634"/>
                  </a:lnTo>
                  <a:close/>
                </a:path>
              </a:pathLst>
            </a:custGeom>
            <a:solidFill>
              <a:schemeClr val="lt1"/>
            </a:solidFill>
            <a:ln w="19050"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40" name="Google Shape;940;p102"/>
            <p:cNvSpPr/>
            <p:nvPr/>
          </p:nvSpPr>
          <p:spPr>
            <a:xfrm rot="-2700000">
              <a:off x="3222984" y="3796039"/>
              <a:ext cx="119701" cy="119701"/>
            </a:xfrm>
            <a:custGeom>
              <a:avLst/>
              <a:gdLst/>
              <a:ahLst/>
              <a:cxnLst/>
              <a:rect l="l" t="t" r="r" b="b"/>
              <a:pathLst>
                <a:path w="119634" h="119634" extrusionOk="0">
                  <a:moveTo>
                    <a:pt x="0" y="0"/>
                  </a:moveTo>
                  <a:lnTo>
                    <a:pt x="119634" y="0"/>
                  </a:lnTo>
                  <a:lnTo>
                    <a:pt x="119634" y="119634"/>
                  </a:lnTo>
                  <a:lnTo>
                    <a:pt x="0" y="119634"/>
                  </a:lnTo>
                  <a:close/>
                </a:path>
              </a:pathLst>
            </a:custGeom>
            <a:solidFill>
              <a:schemeClr val="lt1"/>
            </a:solidFill>
            <a:ln w="19050"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94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67"/>
          <p:cNvSpPr txBox="1">
            <a:spLocks noGrp="1"/>
          </p:cNvSpPr>
          <p:nvPr>
            <p:ph type="title"/>
          </p:nvPr>
        </p:nvSpPr>
        <p:spPr>
          <a:xfrm>
            <a:off x="713225" y="539500"/>
            <a:ext cx="77175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3200"/>
              <a:buFont typeface="Montserrat"/>
              <a:buNone/>
              <a:defRPr sz="3200" b="1" i="0" u="none" strike="noStrike" cap="none">
                <a:solidFill>
                  <a:schemeClr val="dk1"/>
                </a:solidFill>
                <a:latin typeface="Montserrat"/>
                <a:ea typeface="Montserrat"/>
                <a:cs typeface="Montserrat"/>
                <a:sym typeface="Montserrat"/>
              </a:defRPr>
            </a:lvl1pPr>
            <a:lvl2pPr marR="0" lvl="1" algn="l" rtl="0">
              <a:lnSpc>
                <a:spcPct val="100000"/>
              </a:lnSpc>
              <a:spcBef>
                <a:spcPts val="0"/>
              </a:spcBef>
              <a:spcAft>
                <a:spcPts val="0"/>
              </a:spcAft>
              <a:buClr>
                <a:schemeClr val="dk1"/>
              </a:buClr>
              <a:buSzPts val="3200"/>
              <a:buFont typeface="Montserrat"/>
              <a:buNone/>
              <a:defRPr sz="3200" b="1" i="0" u="none" strike="noStrike" cap="none">
                <a:solidFill>
                  <a:schemeClr val="dk1"/>
                </a:solidFill>
                <a:latin typeface="Montserrat"/>
                <a:ea typeface="Montserrat"/>
                <a:cs typeface="Montserrat"/>
                <a:sym typeface="Montserrat"/>
              </a:defRPr>
            </a:lvl2pPr>
            <a:lvl3pPr marR="0" lvl="2" algn="l" rtl="0">
              <a:lnSpc>
                <a:spcPct val="100000"/>
              </a:lnSpc>
              <a:spcBef>
                <a:spcPts val="0"/>
              </a:spcBef>
              <a:spcAft>
                <a:spcPts val="0"/>
              </a:spcAft>
              <a:buClr>
                <a:schemeClr val="dk1"/>
              </a:buClr>
              <a:buSzPts val="3200"/>
              <a:buFont typeface="Montserrat"/>
              <a:buNone/>
              <a:defRPr sz="3200" b="1" i="0" u="none" strike="noStrike" cap="none">
                <a:solidFill>
                  <a:schemeClr val="dk1"/>
                </a:solidFill>
                <a:latin typeface="Montserrat"/>
                <a:ea typeface="Montserrat"/>
                <a:cs typeface="Montserrat"/>
                <a:sym typeface="Montserrat"/>
              </a:defRPr>
            </a:lvl3pPr>
            <a:lvl4pPr marR="0" lvl="3" algn="l" rtl="0">
              <a:lnSpc>
                <a:spcPct val="100000"/>
              </a:lnSpc>
              <a:spcBef>
                <a:spcPts val="0"/>
              </a:spcBef>
              <a:spcAft>
                <a:spcPts val="0"/>
              </a:spcAft>
              <a:buClr>
                <a:schemeClr val="dk1"/>
              </a:buClr>
              <a:buSzPts val="3200"/>
              <a:buFont typeface="Montserrat"/>
              <a:buNone/>
              <a:defRPr sz="3200" b="1" i="0" u="none" strike="noStrike" cap="none">
                <a:solidFill>
                  <a:schemeClr val="dk1"/>
                </a:solidFill>
                <a:latin typeface="Montserrat"/>
                <a:ea typeface="Montserrat"/>
                <a:cs typeface="Montserrat"/>
                <a:sym typeface="Montserrat"/>
              </a:defRPr>
            </a:lvl4pPr>
            <a:lvl5pPr marR="0" lvl="4" algn="l" rtl="0">
              <a:lnSpc>
                <a:spcPct val="100000"/>
              </a:lnSpc>
              <a:spcBef>
                <a:spcPts val="0"/>
              </a:spcBef>
              <a:spcAft>
                <a:spcPts val="0"/>
              </a:spcAft>
              <a:buClr>
                <a:schemeClr val="dk1"/>
              </a:buClr>
              <a:buSzPts val="3200"/>
              <a:buFont typeface="Montserrat"/>
              <a:buNone/>
              <a:defRPr sz="3200" b="1" i="0" u="none" strike="noStrike" cap="none">
                <a:solidFill>
                  <a:schemeClr val="dk1"/>
                </a:solidFill>
                <a:latin typeface="Montserrat"/>
                <a:ea typeface="Montserrat"/>
                <a:cs typeface="Montserrat"/>
                <a:sym typeface="Montserrat"/>
              </a:defRPr>
            </a:lvl5pPr>
            <a:lvl6pPr marR="0" lvl="5" algn="l" rtl="0">
              <a:lnSpc>
                <a:spcPct val="100000"/>
              </a:lnSpc>
              <a:spcBef>
                <a:spcPts val="0"/>
              </a:spcBef>
              <a:spcAft>
                <a:spcPts val="0"/>
              </a:spcAft>
              <a:buClr>
                <a:schemeClr val="dk1"/>
              </a:buClr>
              <a:buSzPts val="3200"/>
              <a:buFont typeface="Montserrat"/>
              <a:buNone/>
              <a:defRPr sz="3200" b="1" i="0" u="none" strike="noStrike" cap="none">
                <a:solidFill>
                  <a:schemeClr val="dk1"/>
                </a:solidFill>
                <a:latin typeface="Montserrat"/>
                <a:ea typeface="Montserrat"/>
                <a:cs typeface="Montserrat"/>
                <a:sym typeface="Montserrat"/>
              </a:defRPr>
            </a:lvl6pPr>
            <a:lvl7pPr marR="0" lvl="6" algn="l" rtl="0">
              <a:lnSpc>
                <a:spcPct val="100000"/>
              </a:lnSpc>
              <a:spcBef>
                <a:spcPts val="0"/>
              </a:spcBef>
              <a:spcAft>
                <a:spcPts val="0"/>
              </a:spcAft>
              <a:buClr>
                <a:schemeClr val="dk1"/>
              </a:buClr>
              <a:buSzPts val="3200"/>
              <a:buFont typeface="Montserrat"/>
              <a:buNone/>
              <a:defRPr sz="3200" b="1" i="0" u="none" strike="noStrike" cap="none">
                <a:solidFill>
                  <a:schemeClr val="dk1"/>
                </a:solidFill>
                <a:latin typeface="Montserrat"/>
                <a:ea typeface="Montserrat"/>
                <a:cs typeface="Montserrat"/>
                <a:sym typeface="Montserrat"/>
              </a:defRPr>
            </a:lvl7pPr>
            <a:lvl8pPr marR="0" lvl="7" algn="l" rtl="0">
              <a:lnSpc>
                <a:spcPct val="100000"/>
              </a:lnSpc>
              <a:spcBef>
                <a:spcPts val="0"/>
              </a:spcBef>
              <a:spcAft>
                <a:spcPts val="0"/>
              </a:spcAft>
              <a:buClr>
                <a:schemeClr val="dk1"/>
              </a:buClr>
              <a:buSzPts val="3200"/>
              <a:buFont typeface="Montserrat"/>
              <a:buNone/>
              <a:defRPr sz="3200" b="1" i="0" u="none" strike="noStrike" cap="none">
                <a:solidFill>
                  <a:schemeClr val="dk1"/>
                </a:solidFill>
                <a:latin typeface="Montserrat"/>
                <a:ea typeface="Montserrat"/>
                <a:cs typeface="Montserrat"/>
                <a:sym typeface="Montserrat"/>
              </a:defRPr>
            </a:lvl8pPr>
            <a:lvl9pPr marR="0" lvl="8" algn="l" rtl="0">
              <a:lnSpc>
                <a:spcPct val="100000"/>
              </a:lnSpc>
              <a:spcBef>
                <a:spcPts val="0"/>
              </a:spcBef>
              <a:spcAft>
                <a:spcPts val="0"/>
              </a:spcAft>
              <a:buClr>
                <a:schemeClr val="dk1"/>
              </a:buClr>
              <a:buSzPts val="3200"/>
              <a:buFont typeface="Montserrat"/>
              <a:buNone/>
              <a:defRPr sz="3200" b="1" i="0" u="none" strike="noStrike" cap="none">
                <a:solidFill>
                  <a:schemeClr val="dk1"/>
                </a:solidFill>
                <a:latin typeface="Montserrat"/>
                <a:ea typeface="Montserrat"/>
                <a:cs typeface="Montserrat"/>
                <a:sym typeface="Montserrat"/>
              </a:defRPr>
            </a:lvl9pPr>
          </a:lstStyle>
          <a:p>
            <a:endParaRPr/>
          </a:p>
        </p:txBody>
      </p:sp>
      <p:sp>
        <p:nvSpPr>
          <p:cNvPr id="7" name="Google Shape;7;p67"/>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15000"/>
              </a:lnSpc>
              <a:spcBef>
                <a:spcPts val="0"/>
              </a:spcBef>
              <a:spcAft>
                <a:spcPts val="0"/>
              </a:spcAft>
              <a:buClr>
                <a:schemeClr val="dk1"/>
              </a:buClr>
              <a:buSzPts val="1400"/>
              <a:buFont typeface="Albert Sans"/>
              <a:buChar char="●"/>
              <a:defRPr sz="1400" b="0" i="0" u="none" strike="noStrike" cap="none">
                <a:solidFill>
                  <a:schemeClr val="dk1"/>
                </a:solidFill>
                <a:latin typeface="Albert Sans"/>
                <a:ea typeface="Albert Sans"/>
                <a:cs typeface="Albert Sans"/>
                <a:sym typeface="Albert Sans"/>
              </a:defRPr>
            </a:lvl1pPr>
            <a:lvl2pPr marL="914400" marR="0" lvl="1" indent="-317500" algn="l" rtl="0">
              <a:lnSpc>
                <a:spcPct val="115000"/>
              </a:lnSpc>
              <a:spcBef>
                <a:spcPts val="0"/>
              </a:spcBef>
              <a:spcAft>
                <a:spcPts val="0"/>
              </a:spcAft>
              <a:buClr>
                <a:schemeClr val="dk1"/>
              </a:buClr>
              <a:buSzPts val="1400"/>
              <a:buFont typeface="Albert Sans"/>
              <a:buChar char="○"/>
              <a:defRPr sz="1400" b="0" i="0" u="none" strike="noStrike" cap="none">
                <a:solidFill>
                  <a:schemeClr val="dk1"/>
                </a:solidFill>
                <a:latin typeface="Albert Sans"/>
                <a:ea typeface="Albert Sans"/>
                <a:cs typeface="Albert Sans"/>
                <a:sym typeface="Albert Sans"/>
              </a:defRPr>
            </a:lvl2pPr>
            <a:lvl3pPr marL="1371600" marR="0" lvl="2" indent="-317500" algn="l" rtl="0">
              <a:lnSpc>
                <a:spcPct val="115000"/>
              </a:lnSpc>
              <a:spcBef>
                <a:spcPts val="0"/>
              </a:spcBef>
              <a:spcAft>
                <a:spcPts val="0"/>
              </a:spcAft>
              <a:buClr>
                <a:schemeClr val="dk1"/>
              </a:buClr>
              <a:buSzPts val="1400"/>
              <a:buFont typeface="Albert Sans"/>
              <a:buChar char="■"/>
              <a:defRPr sz="1400" b="0" i="0" u="none" strike="noStrike" cap="none">
                <a:solidFill>
                  <a:schemeClr val="dk1"/>
                </a:solidFill>
                <a:latin typeface="Albert Sans"/>
                <a:ea typeface="Albert Sans"/>
                <a:cs typeface="Albert Sans"/>
                <a:sym typeface="Albert Sans"/>
              </a:defRPr>
            </a:lvl3pPr>
            <a:lvl4pPr marL="1828800" marR="0" lvl="3" indent="-317500" algn="l" rtl="0">
              <a:lnSpc>
                <a:spcPct val="115000"/>
              </a:lnSpc>
              <a:spcBef>
                <a:spcPts val="0"/>
              </a:spcBef>
              <a:spcAft>
                <a:spcPts val="0"/>
              </a:spcAft>
              <a:buClr>
                <a:schemeClr val="dk1"/>
              </a:buClr>
              <a:buSzPts val="1400"/>
              <a:buFont typeface="Albert Sans"/>
              <a:buChar char="●"/>
              <a:defRPr sz="1400" b="0" i="0" u="none" strike="noStrike" cap="none">
                <a:solidFill>
                  <a:schemeClr val="dk1"/>
                </a:solidFill>
                <a:latin typeface="Albert Sans"/>
                <a:ea typeface="Albert Sans"/>
                <a:cs typeface="Albert Sans"/>
                <a:sym typeface="Albert Sans"/>
              </a:defRPr>
            </a:lvl4pPr>
            <a:lvl5pPr marL="2286000" marR="0" lvl="4" indent="-317500" algn="l" rtl="0">
              <a:lnSpc>
                <a:spcPct val="115000"/>
              </a:lnSpc>
              <a:spcBef>
                <a:spcPts val="0"/>
              </a:spcBef>
              <a:spcAft>
                <a:spcPts val="0"/>
              </a:spcAft>
              <a:buClr>
                <a:schemeClr val="dk1"/>
              </a:buClr>
              <a:buSzPts val="1400"/>
              <a:buFont typeface="Albert Sans"/>
              <a:buChar char="○"/>
              <a:defRPr sz="1400" b="0" i="0" u="none" strike="noStrike" cap="none">
                <a:solidFill>
                  <a:schemeClr val="dk1"/>
                </a:solidFill>
                <a:latin typeface="Albert Sans"/>
                <a:ea typeface="Albert Sans"/>
                <a:cs typeface="Albert Sans"/>
                <a:sym typeface="Albert Sans"/>
              </a:defRPr>
            </a:lvl5pPr>
            <a:lvl6pPr marL="2743200" marR="0" lvl="5" indent="-317500" algn="l" rtl="0">
              <a:lnSpc>
                <a:spcPct val="115000"/>
              </a:lnSpc>
              <a:spcBef>
                <a:spcPts val="0"/>
              </a:spcBef>
              <a:spcAft>
                <a:spcPts val="0"/>
              </a:spcAft>
              <a:buClr>
                <a:schemeClr val="dk1"/>
              </a:buClr>
              <a:buSzPts val="1400"/>
              <a:buFont typeface="Albert Sans"/>
              <a:buChar char="■"/>
              <a:defRPr sz="1400" b="0" i="0" u="none" strike="noStrike" cap="none">
                <a:solidFill>
                  <a:schemeClr val="dk1"/>
                </a:solidFill>
                <a:latin typeface="Albert Sans"/>
                <a:ea typeface="Albert Sans"/>
                <a:cs typeface="Albert Sans"/>
                <a:sym typeface="Albert Sans"/>
              </a:defRPr>
            </a:lvl6pPr>
            <a:lvl7pPr marL="3200400" marR="0" lvl="6" indent="-317500" algn="l" rtl="0">
              <a:lnSpc>
                <a:spcPct val="115000"/>
              </a:lnSpc>
              <a:spcBef>
                <a:spcPts val="0"/>
              </a:spcBef>
              <a:spcAft>
                <a:spcPts val="0"/>
              </a:spcAft>
              <a:buClr>
                <a:schemeClr val="dk1"/>
              </a:buClr>
              <a:buSzPts val="1400"/>
              <a:buFont typeface="Albert Sans"/>
              <a:buChar char="●"/>
              <a:defRPr sz="1400" b="0" i="0" u="none" strike="noStrike" cap="none">
                <a:solidFill>
                  <a:schemeClr val="dk1"/>
                </a:solidFill>
                <a:latin typeface="Albert Sans"/>
                <a:ea typeface="Albert Sans"/>
                <a:cs typeface="Albert Sans"/>
                <a:sym typeface="Albert Sans"/>
              </a:defRPr>
            </a:lvl7pPr>
            <a:lvl8pPr marL="3657600" marR="0" lvl="7" indent="-317500" algn="l" rtl="0">
              <a:lnSpc>
                <a:spcPct val="115000"/>
              </a:lnSpc>
              <a:spcBef>
                <a:spcPts val="0"/>
              </a:spcBef>
              <a:spcAft>
                <a:spcPts val="0"/>
              </a:spcAft>
              <a:buClr>
                <a:schemeClr val="dk1"/>
              </a:buClr>
              <a:buSzPts val="1400"/>
              <a:buFont typeface="Albert Sans"/>
              <a:buChar char="○"/>
              <a:defRPr sz="1400" b="0" i="0" u="none" strike="noStrike" cap="none">
                <a:solidFill>
                  <a:schemeClr val="dk1"/>
                </a:solidFill>
                <a:latin typeface="Albert Sans"/>
                <a:ea typeface="Albert Sans"/>
                <a:cs typeface="Albert Sans"/>
                <a:sym typeface="Albert Sans"/>
              </a:defRPr>
            </a:lvl8pPr>
            <a:lvl9pPr marL="4114800" marR="0" lvl="8" indent="-317500" algn="l" rtl="0">
              <a:lnSpc>
                <a:spcPct val="115000"/>
              </a:lnSpc>
              <a:spcBef>
                <a:spcPts val="0"/>
              </a:spcBef>
              <a:spcAft>
                <a:spcPts val="0"/>
              </a:spcAft>
              <a:buClr>
                <a:schemeClr val="dk1"/>
              </a:buClr>
              <a:buSzPts val="1400"/>
              <a:buFont typeface="Albert Sans"/>
              <a:buChar char="■"/>
              <a:defRPr sz="1400" b="0" i="0" u="none" strike="noStrike" cap="none">
                <a:solidFill>
                  <a:schemeClr val="dk1"/>
                </a:solidFill>
                <a:latin typeface="Albert Sans"/>
                <a:ea typeface="Albert Sans"/>
                <a:cs typeface="Albert Sans"/>
                <a:sym typeface="Albert Sans"/>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941"/>
        <p:cNvGrpSpPr/>
        <p:nvPr/>
      </p:nvGrpSpPr>
      <p:grpSpPr>
        <a:xfrm>
          <a:off x="0" y="0"/>
          <a:ext cx="0" cy="0"/>
          <a:chOff x="0" y="0"/>
          <a:chExt cx="0" cy="0"/>
        </a:xfrm>
      </p:grpSpPr>
      <p:sp>
        <p:nvSpPr>
          <p:cNvPr id="942" name="Google Shape;942;p95"/>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marR="0" lvl="0" algn="ctr" rtl="0">
              <a:lnSpc>
                <a:spcPct val="100000"/>
              </a:lnSpc>
              <a:spcBef>
                <a:spcPts val="0"/>
              </a:spcBef>
              <a:spcAft>
                <a:spcPts val="0"/>
              </a:spcAft>
              <a:buClr>
                <a:srgbClr val="FFFFFF"/>
              </a:buClr>
              <a:buSzPts val="2400"/>
              <a:buFont typeface="Arial"/>
              <a:buNone/>
              <a:defRPr sz="2400" b="0" i="0" u="none" strike="noStrike" cap="none">
                <a:solidFill>
                  <a:srgbClr val="FFFFFF"/>
                </a:solidFill>
                <a:latin typeface="Arial"/>
                <a:ea typeface="Arial"/>
                <a:cs typeface="Arial"/>
                <a:sym typeface="Arial"/>
              </a:defRPr>
            </a:lvl1pPr>
            <a:lvl2pPr marR="0" lvl="1" algn="ctr" rtl="0">
              <a:lnSpc>
                <a:spcPct val="100000"/>
              </a:lnSpc>
              <a:spcBef>
                <a:spcPts val="0"/>
              </a:spcBef>
              <a:spcAft>
                <a:spcPts val="0"/>
              </a:spcAft>
              <a:buClr>
                <a:srgbClr val="FFFFFF"/>
              </a:buClr>
              <a:buSzPts val="2400"/>
              <a:buFont typeface="Arial"/>
              <a:buNone/>
              <a:defRPr sz="2400" b="0" i="0" u="none" strike="noStrike" cap="none">
                <a:solidFill>
                  <a:srgbClr val="FFFFFF"/>
                </a:solidFill>
                <a:latin typeface="Arial"/>
                <a:ea typeface="Arial"/>
                <a:cs typeface="Arial"/>
                <a:sym typeface="Arial"/>
              </a:defRPr>
            </a:lvl2pPr>
            <a:lvl3pPr marR="0" lvl="2" algn="ctr" rtl="0">
              <a:lnSpc>
                <a:spcPct val="100000"/>
              </a:lnSpc>
              <a:spcBef>
                <a:spcPts val="0"/>
              </a:spcBef>
              <a:spcAft>
                <a:spcPts val="0"/>
              </a:spcAft>
              <a:buClr>
                <a:srgbClr val="FFFFFF"/>
              </a:buClr>
              <a:buSzPts val="2400"/>
              <a:buFont typeface="Arial"/>
              <a:buNone/>
              <a:defRPr sz="2400" b="0" i="0" u="none" strike="noStrike" cap="none">
                <a:solidFill>
                  <a:srgbClr val="FFFFFF"/>
                </a:solidFill>
                <a:latin typeface="Arial"/>
                <a:ea typeface="Arial"/>
                <a:cs typeface="Arial"/>
                <a:sym typeface="Arial"/>
              </a:defRPr>
            </a:lvl3pPr>
            <a:lvl4pPr marR="0" lvl="3" algn="ctr" rtl="0">
              <a:lnSpc>
                <a:spcPct val="100000"/>
              </a:lnSpc>
              <a:spcBef>
                <a:spcPts val="0"/>
              </a:spcBef>
              <a:spcAft>
                <a:spcPts val="0"/>
              </a:spcAft>
              <a:buClr>
                <a:srgbClr val="FFFFFF"/>
              </a:buClr>
              <a:buSzPts val="2400"/>
              <a:buFont typeface="Arial"/>
              <a:buNone/>
              <a:defRPr sz="2400" b="0" i="0" u="none" strike="noStrike" cap="none">
                <a:solidFill>
                  <a:srgbClr val="FFFFFF"/>
                </a:solidFill>
                <a:latin typeface="Arial"/>
                <a:ea typeface="Arial"/>
                <a:cs typeface="Arial"/>
                <a:sym typeface="Arial"/>
              </a:defRPr>
            </a:lvl4pPr>
            <a:lvl5pPr marR="0" lvl="4" algn="ctr" rtl="0">
              <a:lnSpc>
                <a:spcPct val="100000"/>
              </a:lnSpc>
              <a:spcBef>
                <a:spcPts val="0"/>
              </a:spcBef>
              <a:spcAft>
                <a:spcPts val="0"/>
              </a:spcAft>
              <a:buClr>
                <a:srgbClr val="FFFFFF"/>
              </a:buClr>
              <a:buSzPts val="2400"/>
              <a:buFont typeface="Arial"/>
              <a:buNone/>
              <a:defRPr sz="2400" b="0" i="0" u="none" strike="noStrike" cap="none">
                <a:solidFill>
                  <a:srgbClr val="FFFFFF"/>
                </a:solidFill>
                <a:latin typeface="Arial"/>
                <a:ea typeface="Arial"/>
                <a:cs typeface="Arial"/>
                <a:sym typeface="Arial"/>
              </a:defRPr>
            </a:lvl5pPr>
            <a:lvl6pPr marR="0" lvl="5" algn="ctr" rtl="0">
              <a:lnSpc>
                <a:spcPct val="100000"/>
              </a:lnSpc>
              <a:spcBef>
                <a:spcPts val="0"/>
              </a:spcBef>
              <a:spcAft>
                <a:spcPts val="0"/>
              </a:spcAft>
              <a:buClr>
                <a:srgbClr val="FFFFFF"/>
              </a:buClr>
              <a:buSzPts val="2400"/>
              <a:buFont typeface="Arial"/>
              <a:buNone/>
              <a:defRPr sz="2400" b="0" i="0" u="none" strike="noStrike" cap="none">
                <a:solidFill>
                  <a:srgbClr val="FFFFFF"/>
                </a:solidFill>
                <a:latin typeface="Arial"/>
                <a:ea typeface="Arial"/>
                <a:cs typeface="Arial"/>
                <a:sym typeface="Arial"/>
              </a:defRPr>
            </a:lvl6pPr>
            <a:lvl7pPr marR="0" lvl="6" algn="ctr" rtl="0">
              <a:lnSpc>
                <a:spcPct val="100000"/>
              </a:lnSpc>
              <a:spcBef>
                <a:spcPts val="0"/>
              </a:spcBef>
              <a:spcAft>
                <a:spcPts val="0"/>
              </a:spcAft>
              <a:buClr>
                <a:srgbClr val="FFFFFF"/>
              </a:buClr>
              <a:buSzPts val="2400"/>
              <a:buFont typeface="Arial"/>
              <a:buNone/>
              <a:defRPr sz="2400" b="0" i="0" u="none" strike="noStrike" cap="none">
                <a:solidFill>
                  <a:srgbClr val="FFFFFF"/>
                </a:solidFill>
                <a:latin typeface="Arial"/>
                <a:ea typeface="Arial"/>
                <a:cs typeface="Arial"/>
                <a:sym typeface="Arial"/>
              </a:defRPr>
            </a:lvl7pPr>
            <a:lvl8pPr marR="0" lvl="7" algn="ctr" rtl="0">
              <a:lnSpc>
                <a:spcPct val="100000"/>
              </a:lnSpc>
              <a:spcBef>
                <a:spcPts val="0"/>
              </a:spcBef>
              <a:spcAft>
                <a:spcPts val="0"/>
              </a:spcAft>
              <a:buClr>
                <a:srgbClr val="FFFFFF"/>
              </a:buClr>
              <a:buSzPts val="2400"/>
              <a:buFont typeface="Arial"/>
              <a:buNone/>
              <a:defRPr sz="2400" b="0" i="0" u="none" strike="noStrike" cap="none">
                <a:solidFill>
                  <a:srgbClr val="FFFFFF"/>
                </a:solidFill>
                <a:latin typeface="Arial"/>
                <a:ea typeface="Arial"/>
                <a:cs typeface="Arial"/>
                <a:sym typeface="Arial"/>
              </a:defRPr>
            </a:lvl8pPr>
            <a:lvl9pPr marR="0" lvl="8" algn="ctr" rtl="0">
              <a:lnSpc>
                <a:spcPct val="100000"/>
              </a:lnSpc>
              <a:spcBef>
                <a:spcPts val="0"/>
              </a:spcBef>
              <a:spcAft>
                <a:spcPts val="0"/>
              </a:spcAft>
              <a:buClr>
                <a:srgbClr val="FFFFFF"/>
              </a:buClr>
              <a:buSzPts val="2400"/>
              <a:buFont typeface="Arial"/>
              <a:buNone/>
              <a:defRPr sz="2400" b="0" i="0" u="none" strike="noStrike" cap="none">
                <a:solidFill>
                  <a:srgbClr val="FFFFFF"/>
                </a:solidFill>
                <a:latin typeface="Arial"/>
                <a:ea typeface="Arial"/>
                <a:cs typeface="Arial"/>
                <a:sym typeface="Arial"/>
              </a:defRPr>
            </a:lvl9pPr>
          </a:lstStyle>
          <a:p>
            <a:endParaRPr/>
          </a:p>
        </p:txBody>
      </p:sp>
      <p:sp>
        <p:nvSpPr>
          <p:cNvPr id="943" name="Google Shape;943;p95"/>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15000"/>
              </a:lnSpc>
              <a:spcBef>
                <a:spcPts val="0"/>
              </a:spcBef>
              <a:spcAft>
                <a:spcPts val="0"/>
              </a:spcAft>
              <a:buClr>
                <a:srgbClr val="435D74"/>
              </a:buClr>
              <a:buSzPts val="1100"/>
              <a:buFont typeface="Proxima Nova"/>
              <a:buChar char="●"/>
              <a:defRPr sz="1100" b="0" i="0" u="none" strike="noStrike" cap="none">
                <a:solidFill>
                  <a:srgbClr val="435D74"/>
                </a:solidFill>
                <a:latin typeface="Proxima Nova"/>
                <a:ea typeface="Proxima Nova"/>
                <a:cs typeface="Proxima Nova"/>
                <a:sym typeface="Proxima Nova"/>
              </a:defRPr>
            </a:lvl1pPr>
            <a:lvl2pPr marL="914400" marR="0" lvl="1" indent="-298450" algn="l" rtl="0">
              <a:lnSpc>
                <a:spcPct val="115000"/>
              </a:lnSpc>
              <a:spcBef>
                <a:spcPts val="0"/>
              </a:spcBef>
              <a:spcAft>
                <a:spcPts val="0"/>
              </a:spcAft>
              <a:buClr>
                <a:srgbClr val="435D74"/>
              </a:buClr>
              <a:buSzPts val="1100"/>
              <a:buFont typeface="Proxima Nova"/>
              <a:buChar char="○"/>
              <a:defRPr sz="1100" b="0" i="0" u="none" strike="noStrike" cap="none">
                <a:solidFill>
                  <a:srgbClr val="435D74"/>
                </a:solidFill>
                <a:latin typeface="Proxima Nova"/>
                <a:ea typeface="Proxima Nova"/>
                <a:cs typeface="Proxima Nova"/>
                <a:sym typeface="Proxima Nova"/>
              </a:defRPr>
            </a:lvl2pPr>
            <a:lvl3pPr marL="1371600" marR="0" lvl="2" indent="-298450" algn="l" rtl="0">
              <a:lnSpc>
                <a:spcPct val="115000"/>
              </a:lnSpc>
              <a:spcBef>
                <a:spcPts val="0"/>
              </a:spcBef>
              <a:spcAft>
                <a:spcPts val="0"/>
              </a:spcAft>
              <a:buClr>
                <a:srgbClr val="435D74"/>
              </a:buClr>
              <a:buSzPts val="1100"/>
              <a:buFont typeface="Proxima Nova"/>
              <a:buChar char="■"/>
              <a:defRPr sz="1100" b="0" i="0" u="none" strike="noStrike" cap="none">
                <a:solidFill>
                  <a:srgbClr val="435D74"/>
                </a:solidFill>
                <a:latin typeface="Proxima Nova"/>
                <a:ea typeface="Proxima Nova"/>
                <a:cs typeface="Proxima Nova"/>
                <a:sym typeface="Proxima Nova"/>
              </a:defRPr>
            </a:lvl3pPr>
            <a:lvl4pPr marL="1828800" marR="0" lvl="3" indent="-298450" algn="l" rtl="0">
              <a:lnSpc>
                <a:spcPct val="115000"/>
              </a:lnSpc>
              <a:spcBef>
                <a:spcPts val="0"/>
              </a:spcBef>
              <a:spcAft>
                <a:spcPts val="0"/>
              </a:spcAft>
              <a:buClr>
                <a:srgbClr val="435D74"/>
              </a:buClr>
              <a:buSzPts val="1100"/>
              <a:buFont typeface="Proxima Nova"/>
              <a:buChar char="●"/>
              <a:defRPr sz="1100" b="0" i="0" u="none" strike="noStrike" cap="none">
                <a:solidFill>
                  <a:srgbClr val="435D74"/>
                </a:solidFill>
                <a:latin typeface="Proxima Nova"/>
                <a:ea typeface="Proxima Nova"/>
                <a:cs typeface="Proxima Nova"/>
                <a:sym typeface="Proxima Nova"/>
              </a:defRPr>
            </a:lvl4pPr>
            <a:lvl5pPr marL="2286000" marR="0" lvl="4" indent="-298450" algn="l" rtl="0">
              <a:lnSpc>
                <a:spcPct val="115000"/>
              </a:lnSpc>
              <a:spcBef>
                <a:spcPts val="0"/>
              </a:spcBef>
              <a:spcAft>
                <a:spcPts val="0"/>
              </a:spcAft>
              <a:buClr>
                <a:srgbClr val="435D74"/>
              </a:buClr>
              <a:buSzPts val="1100"/>
              <a:buFont typeface="Proxima Nova"/>
              <a:buChar char="○"/>
              <a:defRPr sz="1100" b="0" i="0" u="none" strike="noStrike" cap="none">
                <a:solidFill>
                  <a:srgbClr val="435D74"/>
                </a:solidFill>
                <a:latin typeface="Proxima Nova"/>
                <a:ea typeface="Proxima Nova"/>
                <a:cs typeface="Proxima Nova"/>
                <a:sym typeface="Proxima Nova"/>
              </a:defRPr>
            </a:lvl5pPr>
            <a:lvl6pPr marL="2743200" marR="0" lvl="5" indent="-298450" algn="l" rtl="0">
              <a:lnSpc>
                <a:spcPct val="115000"/>
              </a:lnSpc>
              <a:spcBef>
                <a:spcPts val="0"/>
              </a:spcBef>
              <a:spcAft>
                <a:spcPts val="0"/>
              </a:spcAft>
              <a:buClr>
                <a:srgbClr val="435D74"/>
              </a:buClr>
              <a:buSzPts val="1100"/>
              <a:buFont typeface="Proxima Nova"/>
              <a:buChar char="■"/>
              <a:defRPr sz="1100" b="0" i="0" u="none" strike="noStrike" cap="none">
                <a:solidFill>
                  <a:srgbClr val="435D74"/>
                </a:solidFill>
                <a:latin typeface="Proxima Nova"/>
                <a:ea typeface="Proxima Nova"/>
                <a:cs typeface="Proxima Nova"/>
                <a:sym typeface="Proxima Nova"/>
              </a:defRPr>
            </a:lvl6pPr>
            <a:lvl7pPr marL="3200400" marR="0" lvl="6" indent="-298450" algn="l" rtl="0">
              <a:lnSpc>
                <a:spcPct val="115000"/>
              </a:lnSpc>
              <a:spcBef>
                <a:spcPts val="0"/>
              </a:spcBef>
              <a:spcAft>
                <a:spcPts val="0"/>
              </a:spcAft>
              <a:buClr>
                <a:srgbClr val="435D74"/>
              </a:buClr>
              <a:buSzPts val="1100"/>
              <a:buFont typeface="Proxima Nova"/>
              <a:buChar char="●"/>
              <a:defRPr sz="1100" b="0" i="0" u="none" strike="noStrike" cap="none">
                <a:solidFill>
                  <a:srgbClr val="435D74"/>
                </a:solidFill>
                <a:latin typeface="Proxima Nova"/>
                <a:ea typeface="Proxima Nova"/>
                <a:cs typeface="Proxima Nova"/>
                <a:sym typeface="Proxima Nova"/>
              </a:defRPr>
            </a:lvl7pPr>
            <a:lvl8pPr marL="3657600" marR="0" lvl="7" indent="-298450" algn="l" rtl="0">
              <a:lnSpc>
                <a:spcPct val="115000"/>
              </a:lnSpc>
              <a:spcBef>
                <a:spcPts val="0"/>
              </a:spcBef>
              <a:spcAft>
                <a:spcPts val="0"/>
              </a:spcAft>
              <a:buClr>
                <a:srgbClr val="435D74"/>
              </a:buClr>
              <a:buSzPts val="1100"/>
              <a:buFont typeface="Proxima Nova"/>
              <a:buChar char="○"/>
              <a:defRPr sz="1100" b="0" i="0" u="none" strike="noStrike" cap="none">
                <a:solidFill>
                  <a:srgbClr val="435D74"/>
                </a:solidFill>
                <a:latin typeface="Proxima Nova"/>
                <a:ea typeface="Proxima Nova"/>
                <a:cs typeface="Proxima Nova"/>
                <a:sym typeface="Proxima Nova"/>
              </a:defRPr>
            </a:lvl8pPr>
            <a:lvl9pPr marL="4114800" marR="0" lvl="8" indent="-298450" algn="l" rtl="0">
              <a:lnSpc>
                <a:spcPct val="115000"/>
              </a:lnSpc>
              <a:spcBef>
                <a:spcPts val="0"/>
              </a:spcBef>
              <a:spcAft>
                <a:spcPts val="0"/>
              </a:spcAft>
              <a:buClr>
                <a:srgbClr val="435D74"/>
              </a:buClr>
              <a:buSzPts val="1100"/>
              <a:buFont typeface="Proxima Nova"/>
              <a:buChar char="■"/>
              <a:defRPr sz="1100" b="0" i="0" u="none" strike="noStrike" cap="none">
                <a:solidFill>
                  <a:srgbClr val="435D74"/>
                </a:solidFill>
                <a:latin typeface="Proxima Nova"/>
                <a:ea typeface="Proxima Nova"/>
                <a:cs typeface="Proxima Nova"/>
                <a:sym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661"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hyperlink" Target="http://bit.ly/2PfT4lq" TargetMode="External"/><Relationship Id="rId2" Type="http://schemas.openxmlformats.org/officeDocument/2006/relationships/notesSlide" Target="../notesSlides/notesSlide35.xml"/><Relationship Id="rId1" Type="http://schemas.openxmlformats.org/officeDocument/2006/relationships/slideLayout" Target="../slideLayouts/slideLayout1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48"/>
        <p:cNvGrpSpPr/>
        <p:nvPr/>
      </p:nvGrpSpPr>
      <p:grpSpPr>
        <a:xfrm>
          <a:off x="0" y="0"/>
          <a:ext cx="0" cy="0"/>
          <a:chOff x="0" y="0"/>
          <a:chExt cx="0" cy="0"/>
        </a:xfrm>
      </p:grpSpPr>
      <p:sp>
        <p:nvSpPr>
          <p:cNvPr id="949" name="Google Shape;949;p1"/>
          <p:cNvSpPr txBox="1">
            <a:spLocks noGrp="1"/>
          </p:cNvSpPr>
          <p:nvPr>
            <p:ph type="ctrTitle"/>
          </p:nvPr>
        </p:nvSpPr>
        <p:spPr>
          <a:xfrm>
            <a:off x="901521" y="695459"/>
            <a:ext cx="4594529" cy="1944193"/>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5200"/>
              <a:buNone/>
            </a:pPr>
            <a:r>
              <a:rPr lang="en" sz="3600" dirty="0"/>
              <a:t>Recent Emigration trends in Pakistan</a:t>
            </a:r>
            <a:endParaRPr sz="3600" dirty="0"/>
          </a:p>
        </p:txBody>
      </p:sp>
      <p:sp>
        <p:nvSpPr>
          <p:cNvPr id="950" name="Google Shape;950;p1"/>
          <p:cNvSpPr txBox="1">
            <a:spLocks noGrp="1"/>
          </p:cNvSpPr>
          <p:nvPr>
            <p:ph type="subTitle" idx="1"/>
          </p:nvPr>
        </p:nvSpPr>
        <p:spPr>
          <a:xfrm>
            <a:off x="1004552" y="2484137"/>
            <a:ext cx="2565280" cy="2003715"/>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sz="2400" b="1" dirty="0">
                <a:solidFill>
                  <a:srgbClr val="C00000"/>
                </a:solidFill>
              </a:rPr>
              <a:t>Team Members</a:t>
            </a:r>
            <a:endParaRPr sz="2400" b="1" dirty="0"/>
          </a:p>
          <a:p>
            <a:pPr marL="0" lvl="0" indent="0" algn="l" rtl="0">
              <a:lnSpc>
                <a:spcPct val="115000"/>
              </a:lnSpc>
              <a:spcBef>
                <a:spcPts val="0"/>
              </a:spcBef>
              <a:spcAft>
                <a:spcPts val="0"/>
              </a:spcAft>
              <a:buSzPts val="1400"/>
              <a:buNone/>
            </a:pPr>
            <a:r>
              <a:rPr lang="en" b="1" dirty="0"/>
              <a:t>Muqadsa Qudoos (39)</a:t>
            </a:r>
            <a:endParaRPr dirty="0"/>
          </a:p>
          <a:p>
            <a:pPr marL="0" lvl="0" indent="0" algn="l" rtl="0">
              <a:lnSpc>
                <a:spcPct val="115000"/>
              </a:lnSpc>
              <a:spcBef>
                <a:spcPts val="0"/>
              </a:spcBef>
              <a:spcAft>
                <a:spcPts val="0"/>
              </a:spcAft>
              <a:buSzPts val="1400"/>
              <a:buNone/>
            </a:pPr>
            <a:r>
              <a:rPr lang="en" b="1" dirty="0"/>
              <a:t>Tehreem Fatima (14)</a:t>
            </a:r>
            <a:endParaRPr dirty="0"/>
          </a:p>
          <a:p>
            <a:pPr marL="0" lvl="0" indent="0" algn="l" rtl="0">
              <a:lnSpc>
                <a:spcPct val="115000"/>
              </a:lnSpc>
              <a:spcBef>
                <a:spcPts val="0"/>
              </a:spcBef>
              <a:spcAft>
                <a:spcPts val="0"/>
              </a:spcAft>
              <a:buSzPts val="1400"/>
              <a:buNone/>
            </a:pPr>
            <a:r>
              <a:rPr lang="en" b="1" dirty="0"/>
              <a:t>Hamna Kaleem (31)</a:t>
            </a:r>
            <a:endParaRPr dirty="0"/>
          </a:p>
          <a:p>
            <a:pPr marL="0" lvl="0" indent="0" algn="l" rtl="0">
              <a:lnSpc>
                <a:spcPct val="115000"/>
              </a:lnSpc>
              <a:spcBef>
                <a:spcPts val="0"/>
              </a:spcBef>
              <a:spcAft>
                <a:spcPts val="0"/>
              </a:spcAft>
              <a:buSzPts val="1400"/>
              <a:buNone/>
            </a:pPr>
            <a:r>
              <a:rPr lang="en" b="1" dirty="0"/>
              <a:t>Kashaf Abbas (36)</a:t>
            </a:r>
            <a:endParaRPr dirty="0"/>
          </a:p>
          <a:p>
            <a:pPr marL="0" lvl="0" indent="0" algn="l" rtl="0">
              <a:lnSpc>
                <a:spcPct val="115000"/>
              </a:lnSpc>
              <a:spcBef>
                <a:spcPts val="0"/>
              </a:spcBef>
              <a:spcAft>
                <a:spcPts val="0"/>
              </a:spcAft>
              <a:buSzPts val="1400"/>
              <a:buNone/>
            </a:pPr>
            <a:endParaRPr sz="2400" b="1" dirty="0"/>
          </a:p>
        </p:txBody>
      </p:sp>
      <p:grpSp>
        <p:nvGrpSpPr>
          <p:cNvPr id="951" name="Google Shape;951;p1"/>
          <p:cNvGrpSpPr/>
          <p:nvPr/>
        </p:nvGrpSpPr>
        <p:grpSpPr>
          <a:xfrm>
            <a:off x="5334000" y="2325843"/>
            <a:ext cx="3810000" cy="2254900"/>
            <a:chOff x="2287428" y="526446"/>
            <a:chExt cx="7620000" cy="4509801"/>
          </a:xfrm>
        </p:grpSpPr>
        <p:sp>
          <p:nvSpPr>
            <p:cNvPr id="952" name="Google Shape;952;p1"/>
            <p:cNvSpPr/>
            <p:nvPr/>
          </p:nvSpPr>
          <p:spPr>
            <a:xfrm>
              <a:off x="2287428" y="526446"/>
              <a:ext cx="7620000" cy="4509801"/>
            </a:xfrm>
            <a:custGeom>
              <a:avLst/>
              <a:gdLst/>
              <a:ahLst/>
              <a:cxnLst/>
              <a:rect l="l" t="t" r="r" b="b"/>
              <a:pathLst>
                <a:path w="7620000" h="4509801" extrusionOk="0">
                  <a:moveTo>
                    <a:pt x="0" y="4509802"/>
                  </a:moveTo>
                  <a:lnTo>
                    <a:pt x="990314" y="3328702"/>
                  </a:lnTo>
                  <a:lnTo>
                    <a:pt x="1576102" y="3471672"/>
                  </a:lnTo>
                  <a:lnTo>
                    <a:pt x="2812733" y="2571560"/>
                  </a:lnTo>
                  <a:lnTo>
                    <a:pt x="3550635" y="2938272"/>
                  </a:lnTo>
                  <a:lnTo>
                    <a:pt x="4511802" y="1857280"/>
                  </a:lnTo>
                  <a:lnTo>
                    <a:pt x="5519261" y="1881283"/>
                  </a:lnTo>
                  <a:lnTo>
                    <a:pt x="6905054" y="1204817"/>
                  </a:lnTo>
                  <a:lnTo>
                    <a:pt x="7620000" y="0"/>
                  </a:lnTo>
                </a:path>
              </a:pathLst>
            </a:custGeom>
            <a:no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53" name="Google Shape;953;p1"/>
            <p:cNvSpPr/>
            <p:nvPr/>
          </p:nvSpPr>
          <p:spPr>
            <a:xfrm>
              <a:off x="3773138" y="3907726"/>
              <a:ext cx="185737" cy="185737"/>
            </a:xfrm>
            <a:custGeom>
              <a:avLst/>
              <a:gdLst/>
              <a:ahLst/>
              <a:cxnLst/>
              <a:rect l="l" t="t" r="r" b="b"/>
              <a:pathLst>
                <a:path w="185737" h="185737" extrusionOk="0">
                  <a:moveTo>
                    <a:pt x="185738" y="92869"/>
                  </a:moveTo>
                  <a:cubicBezTo>
                    <a:pt x="185738" y="144159"/>
                    <a:pt x="144159" y="185738"/>
                    <a:pt x="92869" y="185738"/>
                  </a:cubicBezTo>
                  <a:cubicBezTo>
                    <a:pt x="41579" y="185738"/>
                    <a:pt x="0" y="144159"/>
                    <a:pt x="0" y="92869"/>
                  </a:cubicBezTo>
                  <a:cubicBezTo>
                    <a:pt x="0" y="41579"/>
                    <a:pt x="41579" y="0"/>
                    <a:pt x="92869" y="0"/>
                  </a:cubicBezTo>
                  <a:cubicBezTo>
                    <a:pt x="144159" y="0"/>
                    <a:pt x="185738" y="41579"/>
                    <a:pt x="185738" y="92869"/>
                  </a:cubicBezTo>
                  <a:close/>
                </a:path>
              </a:pathLst>
            </a:custGeom>
            <a:solidFill>
              <a:schemeClr val="lt1"/>
            </a:solid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54" name="Google Shape;954;p1"/>
            <p:cNvSpPr/>
            <p:nvPr/>
          </p:nvSpPr>
          <p:spPr>
            <a:xfrm>
              <a:off x="5744813" y="3374326"/>
              <a:ext cx="185737" cy="185737"/>
            </a:xfrm>
            <a:custGeom>
              <a:avLst/>
              <a:gdLst/>
              <a:ahLst/>
              <a:cxnLst/>
              <a:rect l="l" t="t" r="r" b="b"/>
              <a:pathLst>
                <a:path w="185737" h="185737" extrusionOk="0">
                  <a:moveTo>
                    <a:pt x="185738" y="92869"/>
                  </a:moveTo>
                  <a:cubicBezTo>
                    <a:pt x="185738" y="144159"/>
                    <a:pt x="144159" y="185738"/>
                    <a:pt x="92869" y="185738"/>
                  </a:cubicBezTo>
                  <a:cubicBezTo>
                    <a:pt x="41579" y="185738"/>
                    <a:pt x="0" y="144159"/>
                    <a:pt x="0" y="92869"/>
                  </a:cubicBezTo>
                  <a:cubicBezTo>
                    <a:pt x="0" y="41579"/>
                    <a:pt x="41579" y="0"/>
                    <a:pt x="92869" y="0"/>
                  </a:cubicBezTo>
                  <a:cubicBezTo>
                    <a:pt x="144159" y="0"/>
                    <a:pt x="185738" y="41579"/>
                    <a:pt x="185738" y="92869"/>
                  </a:cubicBezTo>
                  <a:close/>
                </a:path>
              </a:pathLst>
            </a:custGeom>
            <a:solidFill>
              <a:schemeClr val="lt1"/>
            </a:solid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55" name="Google Shape;955;p1"/>
            <p:cNvSpPr/>
            <p:nvPr/>
          </p:nvSpPr>
          <p:spPr>
            <a:xfrm>
              <a:off x="7716488" y="2317051"/>
              <a:ext cx="185737" cy="185737"/>
            </a:xfrm>
            <a:custGeom>
              <a:avLst/>
              <a:gdLst/>
              <a:ahLst/>
              <a:cxnLst/>
              <a:rect l="l" t="t" r="r" b="b"/>
              <a:pathLst>
                <a:path w="185737" h="185737" extrusionOk="0">
                  <a:moveTo>
                    <a:pt x="185738" y="92869"/>
                  </a:moveTo>
                  <a:cubicBezTo>
                    <a:pt x="185738" y="144159"/>
                    <a:pt x="144159" y="185737"/>
                    <a:pt x="92869" y="185737"/>
                  </a:cubicBezTo>
                  <a:cubicBezTo>
                    <a:pt x="41579" y="185737"/>
                    <a:pt x="0" y="144159"/>
                    <a:pt x="0" y="92869"/>
                  </a:cubicBezTo>
                  <a:cubicBezTo>
                    <a:pt x="0" y="41579"/>
                    <a:pt x="41579" y="0"/>
                    <a:pt x="92869" y="0"/>
                  </a:cubicBezTo>
                  <a:cubicBezTo>
                    <a:pt x="144159" y="0"/>
                    <a:pt x="185738" y="41579"/>
                    <a:pt x="185738" y="92869"/>
                  </a:cubicBezTo>
                  <a:close/>
                </a:path>
              </a:pathLst>
            </a:custGeom>
            <a:solidFill>
              <a:schemeClr val="lt1"/>
            </a:solid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56" name="Google Shape;956;p1"/>
            <p:cNvSpPr/>
            <p:nvPr/>
          </p:nvSpPr>
          <p:spPr>
            <a:xfrm rot="-2700000">
              <a:off x="9128498" y="1671953"/>
              <a:ext cx="119701" cy="119701"/>
            </a:xfrm>
            <a:custGeom>
              <a:avLst/>
              <a:gdLst/>
              <a:ahLst/>
              <a:cxnLst/>
              <a:rect l="l" t="t" r="r" b="b"/>
              <a:pathLst>
                <a:path w="119634" h="119634" extrusionOk="0">
                  <a:moveTo>
                    <a:pt x="0" y="0"/>
                  </a:moveTo>
                  <a:lnTo>
                    <a:pt x="119634" y="0"/>
                  </a:lnTo>
                  <a:lnTo>
                    <a:pt x="119634" y="119634"/>
                  </a:lnTo>
                  <a:lnTo>
                    <a:pt x="0" y="119634"/>
                  </a:lnTo>
                  <a:close/>
                </a:path>
              </a:pathLst>
            </a:custGeom>
            <a:solidFill>
              <a:schemeClr val="lt1"/>
            </a:solidFill>
            <a:ln w="19050"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57" name="Google Shape;957;p1"/>
            <p:cNvSpPr/>
            <p:nvPr/>
          </p:nvSpPr>
          <p:spPr>
            <a:xfrm rot="-2700000">
              <a:off x="6747282" y="2329246"/>
              <a:ext cx="119701" cy="119701"/>
            </a:xfrm>
            <a:custGeom>
              <a:avLst/>
              <a:gdLst/>
              <a:ahLst/>
              <a:cxnLst/>
              <a:rect l="l" t="t" r="r" b="b"/>
              <a:pathLst>
                <a:path w="119634" h="119634" extrusionOk="0">
                  <a:moveTo>
                    <a:pt x="0" y="0"/>
                  </a:moveTo>
                  <a:lnTo>
                    <a:pt x="119634" y="0"/>
                  </a:lnTo>
                  <a:lnTo>
                    <a:pt x="119634" y="119634"/>
                  </a:lnTo>
                  <a:lnTo>
                    <a:pt x="0" y="119634"/>
                  </a:lnTo>
                  <a:close/>
                </a:path>
              </a:pathLst>
            </a:custGeom>
            <a:solidFill>
              <a:schemeClr val="lt1"/>
            </a:solidFill>
            <a:ln w="19050"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58" name="Google Shape;958;p1"/>
            <p:cNvSpPr/>
            <p:nvPr/>
          </p:nvSpPr>
          <p:spPr>
            <a:xfrm rot="-2700000">
              <a:off x="5042248" y="3034077"/>
              <a:ext cx="119701" cy="119701"/>
            </a:xfrm>
            <a:custGeom>
              <a:avLst/>
              <a:gdLst/>
              <a:ahLst/>
              <a:cxnLst/>
              <a:rect l="l" t="t" r="r" b="b"/>
              <a:pathLst>
                <a:path w="119634" h="119634" extrusionOk="0">
                  <a:moveTo>
                    <a:pt x="0" y="0"/>
                  </a:moveTo>
                  <a:lnTo>
                    <a:pt x="119634" y="0"/>
                  </a:lnTo>
                  <a:lnTo>
                    <a:pt x="119634" y="119634"/>
                  </a:lnTo>
                  <a:lnTo>
                    <a:pt x="0" y="119634"/>
                  </a:lnTo>
                  <a:close/>
                </a:path>
              </a:pathLst>
            </a:custGeom>
            <a:solidFill>
              <a:schemeClr val="lt1"/>
            </a:solidFill>
            <a:ln w="19050"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59" name="Google Shape;959;p1"/>
            <p:cNvSpPr/>
            <p:nvPr/>
          </p:nvSpPr>
          <p:spPr>
            <a:xfrm rot="-2700000">
              <a:off x="3222984" y="3796039"/>
              <a:ext cx="119701" cy="119701"/>
            </a:xfrm>
            <a:custGeom>
              <a:avLst/>
              <a:gdLst/>
              <a:ahLst/>
              <a:cxnLst/>
              <a:rect l="l" t="t" r="r" b="b"/>
              <a:pathLst>
                <a:path w="119634" h="119634" extrusionOk="0">
                  <a:moveTo>
                    <a:pt x="0" y="0"/>
                  </a:moveTo>
                  <a:lnTo>
                    <a:pt x="119634" y="0"/>
                  </a:lnTo>
                  <a:lnTo>
                    <a:pt x="119634" y="119634"/>
                  </a:lnTo>
                  <a:lnTo>
                    <a:pt x="0" y="119634"/>
                  </a:lnTo>
                  <a:close/>
                </a:path>
              </a:pathLst>
            </a:custGeom>
            <a:solidFill>
              <a:schemeClr val="lt1"/>
            </a:solidFill>
            <a:ln w="19050"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960" name="Google Shape;960;p1"/>
          <p:cNvGrpSpPr/>
          <p:nvPr/>
        </p:nvGrpSpPr>
        <p:grpSpPr>
          <a:xfrm>
            <a:off x="5334000" y="3355200"/>
            <a:ext cx="3811200" cy="1884317"/>
            <a:chOff x="5334000" y="3355200"/>
            <a:chExt cx="3811200" cy="1884317"/>
          </a:xfrm>
        </p:grpSpPr>
        <p:pic>
          <p:nvPicPr>
            <p:cNvPr id="961" name="Google Shape;961;p1"/>
            <p:cNvPicPr preferRelativeResize="0"/>
            <p:nvPr/>
          </p:nvPicPr>
          <p:blipFill rotWithShape="1">
            <a:blip r:embed="rId3">
              <a:alphaModFix/>
            </a:blip>
            <a:srcRect b="11855"/>
            <a:stretch/>
          </p:blipFill>
          <p:spPr>
            <a:xfrm>
              <a:off x="5335200" y="3355200"/>
              <a:ext cx="3810000" cy="1788300"/>
            </a:xfrm>
            <a:prstGeom prst="rect">
              <a:avLst/>
            </a:prstGeom>
            <a:noFill/>
            <a:ln>
              <a:noFill/>
            </a:ln>
          </p:spPr>
        </p:pic>
        <p:grpSp>
          <p:nvGrpSpPr>
            <p:cNvPr id="962" name="Google Shape;962;p1"/>
            <p:cNvGrpSpPr/>
            <p:nvPr/>
          </p:nvGrpSpPr>
          <p:grpSpPr>
            <a:xfrm>
              <a:off x="5334000" y="3721852"/>
              <a:ext cx="3810000" cy="1517665"/>
              <a:chOff x="2287428" y="3290125"/>
              <a:chExt cx="7620000" cy="3035331"/>
            </a:xfrm>
          </p:grpSpPr>
          <p:sp>
            <p:nvSpPr>
              <p:cNvPr id="963" name="Google Shape;963;p1"/>
              <p:cNvSpPr/>
              <p:nvPr/>
            </p:nvSpPr>
            <p:spPr>
              <a:xfrm>
                <a:off x="2287428" y="3290125"/>
                <a:ext cx="7620000" cy="3035331"/>
              </a:xfrm>
              <a:custGeom>
                <a:avLst/>
                <a:gdLst/>
                <a:ahLst/>
                <a:cxnLst/>
                <a:rect l="l" t="t" r="r" b="b"/>
                <a:pathLst>
                  <a:path w="7620000" h="3035331" extrusionOk="0">
                    <a:moveTo>
                      <a:pt x="0" y="2991231"/>
                    </a:moveTo>
                    <a:lnTo>
                      <a:pt x="990314" y="3035332"/>
                    </a:lnTo>
                    <a:lnTo>
                      <a:pt x="1611058" y="2049875"/>
                    </a:lnTo>
                    <a:lnTo>
                      <a:pt x="2812733" y="2710529"/>
                    </a:lnTo>
                    <a:lnTo>
                      <a:pt x="3608832" y="1627441"/>
                    </a:lnTo>
                    <a:lnTo>
                      <a:pt x="4511802" y="1627441"/>
                    </a:lnTo>
                    <a:lnTo>
                      <a:pt x="5576411" y="425958"/>
                    </a:lnTo>
                    <a:lnTo>
                      <a:pt x="6919342" y="748760"/>
                    </a:lnTo>
                    <a:lnTo>
                      <a:pt x="7620000" y="0"/>
                    </a:lnTo>
                  </a:path>
                </a:pathLst>
              </a:custGeom>
              <a:no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64" name="Google Shape;964;p1"/>
              <p:cNvSpPr/>
              <p:nvPr/>
            </p:nvSpPr>
            <p:spPr>
              <a:xfrm>
                <a:off x="3811238" y="5269801"/>
                <a:ext cx="185737" cy="185737"/>
              </a:xfrm>
              <a:custGeom>
                <a:avLst/>
                <a:gdLst/>
                <a:ahLst/>
                <a:cxnLst/>
                <a:rect l="l" t="t" r="r" b="b"/>
                <a:pathLst>
                  <a:path w="185737" h="185737" extrusionOk="0">
                    <a:moveTo>
                      <a:pt x="185738" y="92869"/>
                    </a:moveTo>
                    <a:cubicBezTo>
                      <a:pt x="185738" y="144159"/>
                      <a:pt x="144159" y="185738"/>
                      <a:pt x="92869" y="185738"/>
                    </a:cubicBezTo>
                    <a:cubicBezTo>
                      <a:pt x="41579" y="185738"/>
                      <a:pt x="0" y="144159"/>
                      <a:pt x="0" y="92869"/>
                    </a:cubicBezTo>
                    <a:cubicBezTo>
                      <a:pt x="0" y="41579"/>
                      <a:pt x="41579" y="0"/>
                      <a:pt x="92869" y="0"/>
                    </a:cubicBezTo>
                    <a:cubicBezTo>
                      <a:pt x="144159" y="0"/>
                      <a:pt x="185738" y="41579"/>
                      <a:pt x="185738" y="92869"/>
                    </a:cubicBezTo>
                    <a:close/>
                  </a:path>
                </a:pathLst>
              </a:custGeom>
              <a:solidFill>
                <a:schemeClr val="lt2"/>
              </a:solid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65" name="Google Shape;965;p1"/>
              <p:cNvSpPr/>
              <p:nvPr/>
            </p:nvSpPr>
            <p:spPr>
              <a:xfrm>
                <a:off x="5801963" y="4822126"/>
                <a:ext cx="185737" cy="185737"/>
              </a:xfrm>
              <a:custGeom>
                <a:avLst/>
                <a:gdLst/>
                <a:ahLst/>
                <a:cxnLst/>
                <a:rect l="l" t="t" r="r" b="b"/>
                <a:pathLst>
                  <a:path w="185737" h="185737" extrusionOk="0">
                    <a:moveTo>
                      <a:pt x="185738" y="92869"/>
                    </a:moveTo>
                    <a:cubicBezTo>
                      <a:pt x="185738" y="144159"/>
                      <a:pt x="144159" y="185738"/>
                      <a:pt x="92869" y="185738"/>
                    </a:cubicBezTo>
                    <a:cubicBezTo>
                      <a:pt x="41579" y="185738"/>
                      <a:pt x="0" y="144159"/>
                      <a:pt x="0" y="92869"/>
                    </a:cubicBezTo>
                    <a:cubicBezTo>
                      <a:pt x="0" y="41579"/>
                      <a:pt x="41579" y="0"/>
                      <a:pt x="92869" y="0"/>
                    </a:cubicBezTo>
                    <a:cubicBezTo>
                      <a:pt x="144159" y="0"/>
                      <a:pt x="185738" y="41579"/>
                      <a:pt x="185738" y="92869"/>
                    </a:cubicBezTo>
                    <a:close/>
                  </a:path>
                </a:pathLst>
              </a:custGeom>
              <a:solidFill>
                <a:schemeClr val="lt2"/>
              </a:solid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66" name="Google Shape;966;p1"/>
              <p:cNvSpPr/>
              <p:nvPr/>
            </p:nvSpPr>
            <p:spPr>
              <a:xfrm>
                <a:off x="7783163" y="3641026"/>
                <a:ext cx="185737" cy="185737"/>
              </a:xfrm>
              <a:custGeom>
                <a:avLst/>
                <a:gdLst/>
                <a:ahLst/>
                <a:cxnLst/>
                <a:rect l="l" t="t" r="r" b="b"/>
                <a:pathLst>
                  <a:path w="185737" h="185737" extrusionOk="0">
                    <a:moveTo>
                      <a:pt x="185738" y="92869"/>
                    </a:moveTo>
                    <a:cubicBezTo>
                      <a:pt x="185738" y="144159"/>
                      <a:pt x="144159" y="185738"/>
                      <a:pt x="92869" y="185738"/>
                    </a:cubicBezTo>
                    <a:cubicBezTo>
                      <a:pt x="41579" y="185738"/>
                      <a:pt x="0" y="144159"/>
                      <a:pt x="0" y="92869"/>
                    </a:cubicBezTo>
                    <a:cubicBezTo>
                      <a:pt x="0" y="41579"/>
                      <a:pt x="41579" y="0"/>
                      <a:pt x="92869" y="0"/>
                    </a:cubicBezTo>
                    <a:cubicBezTo>
                      <a:pt x="144159" y="0"/>
                      <a:pt x="185738" y="41579"/>
                      <a:pt x="185738" y="92869"/>
                    </a:cubicBezTo>
                    <a:close/>
                  </a:path>
                </a:pathLst>
              </a:custGeom>
              <a:solidFill>
                <a:schemeClr val="lt2"/>
              </a:solid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grpSp>
        <p:nvGrpSpPr>
          <p:cNvPr id="967" name="Google Shape;967;p1"/>
          <p:cNvGrpSpPr/>
          <p:nvPr/>
        </p:nvGrpSpPr>
        <p:grpSpPr>
          <a:xfrm>
            <a:off x="6856138" y="2484138"/>
            <a:ext cx="1074900" cy="1074900"/>
            <a:chOff x="5085813" y="2105588"/>
            <a:chExt cx="1074900" cy="1074900"/>
          </a:xfrm>
        </p:grpSpPr>
        <p:sp>
          <p:nvSpPr>
            <p:cNvPr id="968" name="Google Shape;968;p1"/>
            <p:cNvSpPr/>
            <p:nvPr/>
          </p:nvSpPr>
          <p:spPr>
            <a:xfrm>
              <a:off x="5085813" y="2105588"/>
              <a:ext cx="1074900" cy="1074900"/>
            </a:xfrm>
            <a:prstGeom prst="ellipse">
              <a:avLst/>
            </a:prstGeom>
            <a:solidFill>
              <a:schemeClr val="lt1"/>
            </a:solidFill>
            <a:ln>
              <a:noFill/>
            </a:ln>
            <a:effectLst>
              <a:outerShdw blurRad="57150" dist="19050" dir="5400000" algn="bl" rotWithShape="0">
                <a:schemeClr val="lt2">
                  <a:alpha val="49411"/>
                </a:scheme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lbert Sans"/>
                <a:ea typeface="Albert Sans"/>
                <a:cs typeface="Albert Sans"/>
                <a:sym typeface="Albert Sans"/>
              </a:endParaRPr>
            </a:p>
          </p:txBody>
        </p:sp>
        <p:sp>
          <p:nvSpPr>
            <p:cNvPr id="969" name="Google Shape;969;p1"/>
            <p:cNvSpPr/>
            <p:nvPr/>
          </p:nvSpPr>
          <p:spPr>
            <a:xfrm>
              <a:off x="5269143" y="2331813"/>
              <a:ext cx="708265" cy="622478"/>
            </a:xfrm>
            <a:custGeom>
              <a:avLst/>
              <a:gdLst/>
              <a:ahLst/>
              <a:cxnLst/>
              <a:rect l="l" t="t" r="r" b="b"/>
              <a:pathLst>
                <a:path w="595181" h="523091" extrusionOk="0">
                  <a:moveTo>
                    <a:pt x="570330" y="278983"/>
                  </a:moveTo>
                  <a:lnTo>
                    <a:pt x="577735" y="278983"/>
                  </a:lnTo>
                  <a:cubicBezTo>
                    <a:pt x="587365" y="278983"/>
                    <a:pt x="595173" y="271176"/>
                    <a:pt x="595173" y="261546"/>
                  </a:cubicBezTo>
                  <a:cubicBezTo>
                    <a:pt x="595173" y="251916"/>
                    <a:pt x="587365" y="244108"/>
                    <a:pt x="577735" y="244108"/>
                  </a:cubicBezTo>
                  <a:lnTo>
                    <a:pt x="570330" y="244108"/>
                  </a:lnTo>
                  <a:lnTo>
                    <a:pt x="593217" y="199799"/>
                  </a:lnTo>
                  <a:cubicBezTo>
                    <a:pt x="599202" y="188213"/>
                    <a:pt x="590787" y="174358"/>
                    <a:pt x="577727" y="174358"/>
                  </a:cubicBezTo>
                  <a:lnTo>
                    <a:pt x="509343" y="174358"/>
                  </a:lnTo>
                  <a:cubicBezTo>
                    <a:pt x="492361" y="126494"/>
                    <a:pt x="461157" y="83722"/>
                    <a:pt x="420449" y="52902"/>
                  </a:cubicBezTo>
                  <a:cubicBezTo>
                    <a:pt x="374738" y="18295"/>
                    <a:pt x="320192" y="0"/>
                    <a:pt x="262707" y="0"/>
                  </a:cubicBezTo>
                  <a:cubicBezTo>
                    <a:pt x="117846" y="0"/>
                    <a:pt x="0" y="117328"/>
                    <a:pt x="0" y="261546"/>
                  </a:cubicBezTo>
                  <a:cubicBezTo>
                    <a:pt x="0" y="405763"/>
                    <a:pt x="117846" y="523091"/>
                    <a:pt x="262707" y="523091"/>
                  </a:cubicBezTo>
                  <a:cubicBezTo>
                    <a:pt x="320192" y="523091"/>
                    <a:pt x="374738" y="504805"/>
                    <a:pt x="420449" y="470189"/>
                  </a:cubicBezTo>
                  <a:cubicBezTo>
                    <a:pt x="461166" y="439369"/>
                    <a:pt x="492370" y="396597"/>
                    <a:pt x="509343" y="348733"/>
                  </a:cubicBezTo>
                  <a:lnTo>
                    <a:pt x="577727" y="348733"/>
                  </a:lnTo>
                  <a:cubicBezTo>
                    <a:pt x="590760" y="348733"/>
                    <a:pt x="599211" y="334887"/>
                    <a:pt x="593217" y="323292"/>
                  </a:cubicBezTo>
                  <a:lnTo>
                    <a:pt x="570330" y="278983"/>
                  </a:lnTo>
                  <a:close/>
                  <a:moveTo>
                    <a:pt x="531077" y="244108"/>
                  </a:moveTo>
                  <a:lnTo>
                    <a:pt x="465293" y="244108"/>
                  </a:lnTo>
                  <a:lnTo>
                    <a:pt x="482731" y="209242"/>
                  </a:lnTo>
                  <a:lnTo>
                    <a:pt x="549105" y="209242"/>
                  </a:lnTo>
                  <a:lnTo>
                    <a:pt x="531086" y="244108"/>
                  </a:lnTo>
                  <a:close/>
                  <a:moveTo>
                    <a:pt x="383519" y="244108"/>
                  </a:moveTo>
                  <a:cubicBezTo>
                    <a:pt x="375032" y="185042"/>
                    <a:pt x="324096" y="139492"/>
                    <a:pt x="262716" y="139492"/>
                  </a:cubicBezTo>
                  <a:cubicBezTo>
                    <a:pt x="195413" y="139492"/>
                    <a:pt x="140662" y="194243"/>
                    <a:pt x="140662" y="261546"/>
                  </a:cubicBezTo>
                  <a:cubicBezTo>
                    <a:pt x="140662" y="328848"/>
                    <a:pt x="195413" y="383600"/>
                    <a:pt x="262716" y="383600"/>
                  </a:cubicBezTo>
                  <a:cubicBezTo>
                    <a:pt x="324096" y="383600"/>
                    <a:pt x="375032" y="338058"/>
                    <a:pt x="383519" y="278983"/>
                  </a:cubicBezTo>
                  <a:lnTo>
                    <a:pt x="418671" y="278983"/>
                  </a:lnTo>
                  <a:cubicBezTo>
                    <a:pt x="409970" y="357336"/>
                    <a:pt x="343355" y="418475"/>
                    <a:pt x="262716" y="418475"/>
                  </a:cubicBezTo>
                  <a:cubicBezTo>
                    <a:pt x="176189" y="418475"/>
                    <a:pt x="105787" y="348081"/>
                    <a:pt x="105787" y="261546"/>
                  </a:cubicBezTo>
                  <a:cubicBezTo>
                    <a:pt x="105787" y="175010"/>
                    <a:pt x="176180" y="104616"/>
                    <a:pt x="262716" y="104616"/>
                  </a:cubicBezTo>
                  <a:cubicBezTo>
                    <a:pt x="343355" y="104616"/>
                    <a:pt x="409970" y="165755"/>
                    <a:pt x="418671" y="244108"/>
                  </a:cubicBezTo>
                  <a:lnTo>
                    <a:pt x="383519" y="244108"/>
                  </a:lnTo>
                  <a:close/>
                  <a:moveTo>
                    <a:pt x="312027" y="244108"/>
                  </a:moveTo>
                  <a:cubicBezTo>
                    <a:pt x="304827" y="223812"/>
                    <a:pt x="285451" y="209242"/>
                    <a:pt x="262716" y="209242"/>
                  </a:cubicBezTo>
                  <a:cubicBezTo>
                    <a:pt x="233870" y="209242"/>
                    <a:pt x="210412" y="232700"/>
                    <a:pt x="210412" y="261546"/>
                  </a:cubicBezTo>
                  <a:cubicBezTo>
                    <a:pt x="210412" y="290391"/>
                    <a:pt x="233870" y="313858"/>
                    <a:pt x="262716" y="313858"/>
                  </a:cubicBezTo>
                  <a:cubicBezTo>
                    <a:pt x="285451" y="313858"/>
                    <a:pt x="304827" y="299279"/>
                    <a:pt x="312027" y="278983"/>
                  </a:cubicBezTo>
                  <a:lnTo>
                    <a:pt x="348144" y="278983"/>
                  </a:lnTo>
                  <a:cubicBezTo>
                    <a:pt x="340050" y="318727"/>
                    <a:pt x="304818" y="348733"/>
                    <a:pt x="262716" y="348733"/>
                  </a:cubicBezTo>
                  <a:cubicBezTo>
                    <a:pt x="214646" y="348733"/>
                    <a:pt x="175537" y="309624"/>
                    <a:pt x="175537" y="261546"/>
                  </a:cubicBezTo>
                  <a:cubicBezTo>
                    <a:pt x="175537" y="213467"/>
                    <a:pt x="214646" y="174367"/>
                    <a:pt x="262716" y="174367"/>
                  </a:cubicBezTo>
                  <a:cubicBezTo>
                    <a:pt x="304818" y="174367"/>
                    <a:pt x="340041" y="204364"/>
                    <a:pt x="348144" y="244108"/>
                  </a:cubicBezTo>
                  <a:lnTo>
                    <a:pt x="312027" y="244108"/>
                  </a:lnTo>
                  <a:close/>
                  <a:moveTo>
                    <a:pt x="280153" y="261546"/>
                  </a:moveTo>
                  <a:cubicBezTo>
                    <a:pt x="280153" y="271158"/>
                    <a:pt x="272337" y="278983"/>
                    <a:pt x="262716" y="278983"/>
                  </a:cubicBezTo>
                  <a:cubicBezTo>
                    <a:pt x="253095" y="278983"/>
                    <a:pt x="245278" y="271158"/>
                    <a:pt x="245278" y="261546"/>
                  </a:cubicBezTo>
                  <a:cubicBezTo>
                    <a:pt x="245278" y="251933"/>
                    <a:pt x="253104" y="244108"/>
                    <a:pt x="262716" y="244108"/>
                  </a:cubicBezTo>
                  <a:cubicBezTo>
                    <a:pt x="272328" y="244108"/>
                    <a:pt x="280153" y="251933"/>
                    <a:pt x="280153" y="261546"/>
                  </a:cubicBezTo>
                  <a:close/>
                  <a:moveTo>
                    <a:pt x="262716" y="488225"/>
                  </a:moveTo>
                  <a:cubicBezTo>
                    <a:pt x="137089" y="488225"/>
                    <a:pt x="34884" y="386539"/>
                    <a:pt x="34884" y="261546"/>
                  </a:cubicBezTo>
                  <a:cubicBezTo>
                    <a:pt x="34884" y="136553"/>
                    <a:pt x="137089" y="34875"/>
                    <a:pt x="262716" y="34875"/>
                  </a:cubicBezTo>
                  <a:cubicBezTo>
                    <a:pt x="354281" y="34875"/>
                    <a:pt x="437199" y="91181"/>
                    <a:pt x="472002" y="174367"/>
                  </a:cubicBezTo>
                  <a:lnTo>
                    <a:pt x="471949" y="174367"/>
                  </a:lnTo>
                  <a:cubicBezTo>
                    <a:pt x="465338" y="174367"/>
                    <a:pt x="459308" y="178101"/>
                    <a:pt x="456351" y="184006"/>
                  </a:cubicBezTo>
                  <a:lnTo>
                    <a:pt x="445944" y="204820"/>
                  </a:lnTo>
                  <a:cubicBezTo>
                    <a:pt x="421700" y="126664"/>
                    <a:pt x="348725" y="69750"/>
                    <a:pt x="262707" y="69750"/>
                  </a:cubicBezTo>
                  <a:cubicBezTo>
                    <a:pt x="156947" y="69750"/>
                    <a:pt x="70911" y="155795"/>
                    <a:pt x="70911" y="261554"/>
                  </a:cubicBezTo>
                  <a:cubicBezTo>
                    <a:pt x="70911" y="367314"/>
                    <a:pt x="156956" y="453359"/>
                    <a:pt x="262707" y="453359"/>
                  </a:cubicBezTo>
                  <a:cubicBezTo>
                    <a:pt x="348725" y="453359"/>
                    <a:pt x="421700" y="396437"/>
                    <a:pt x="445944" y="318289"/>
                  </a:cubicBezTo>
                  <a:lnTo>
                    <a:pt x="456351" y="339103"/>
                  </a:lnTo>
                  <a:cubicBezTo>
                    <a:pt x="459308" y="345008"/>
                    <a:pt x="465338" y="348742"/>
                    <a:pt x="471949" y="348742"/>
                  </a:cubicBezTo>
                  <a:lnTo>
                    <a:pt x="472002" y="348742"/>
                  </a:lnTo>
                  <a:cubicBezTo>
                    <a:pt x="437199" y="431928"/>
                    <a:pt x="354272" y="488234"/>
                    <a:pt x="262716" y="488234"/>
                  </a:cubicBezTo>
                  <a:close/>
                  <a:moveTo>
                    <a:pt x="482731" y="313858"/>
                  </a:moveTo>
                  <a:lnTo>
                    <a:pt x="465293" y="278983"/>
                  </a:lnTo>
                  <a:lnTo>
                    <a:pt x="531077" y="278983"/>
                  </a:lnTo>
                  <a:lnTo>
                    <a:pt x="549096" y="313858"/>
                  </a:lnTo>
                  <a:lnTo>
                    <a:pt x="482722" y="31385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sng" strike="noStrike" cap="none">
                <a:solidFill>
                  <a:srgbClr val="000000"/>
                </a:solidFill>
                <a:latin typeface="Calibri"/>
                <a:ea typeface="Calibri"/>
                <a:cs typeface="Calibri"/>
                <a:sym typeface="Calibri"/>
              </a:endParaRPr>
            </a:p>
          </p:txBody>
        </p:sp>
      </p:grpSp>
      <p:grpSp>
        <p:nvGrpSpPr>
          <p:cNvPr id="970" name="Google Shape;970;p1"/>
          <p:cNvGrpSpPr/>
          <p:nvPr/>
        </p:nvGrpSpPr>
        <p:grpSpPr>
          <a:xfrm>
            <a:off x="5486250" y="2083500"/>
            <a:ext cx="1074900" cy="1074900"/>
            <a:chOff x="5141150" y="1946450"/>
            <a:chExt cx="1074900" cy="1074900"/>
          </a:xfrm>
        </p:grpSpPr>
        <p:sp>
          <p:nvSpPr>
            <p:cNvPr id="971" name="Google Shape;971;p1"/>
            <p:cNvSpPr/>
            <p:nvPr/>
          </p:nvSpPr>
          <p:spPr>
            <a:xfrm>
              <a:off x="5141150" y="1946450"/>
              <a:ext cx="1074900" cy="1074900"/>
            </a:xfrm>
            <a:prstGeom prst="ellipse">
              <a:avLst/>
            </a:prstGeom>
            <a:solidFill>
              <a:schemeClr val="lt1"/>
            </a:solidFill>
            <a:ln>
              <a:noFill/>
            </a:ln>
            <a:effectLst>
              <a:outerShdw blurRad="57150" dist="19050" dir="5400000" algn="bl" rotWithShape="0">
                <a:schemeClr val="dk2">
                  <a:alpha val="49411"/>
                </a:scheme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lbert Sans"/>
                <a:ea typeface="Albert Sans"/>
                <a:cs typeface="Albert Sans"/>
                <a:sym typeface="Albert Sans"/>
              </a:endParaRPr>
            </a:p>
          </p:txBody>
        </p:sp>
        <p:grpSp>
          <p:nvGrpSpPr>
            <p:cNvPr id="972" name="Google Shape;972;p1"/>
            <p:cNvGrpSpPr/>
            <p:nvPr/>
          </p:nvGrpSpPr>
          <p:grpSpPr>
            <a:xfrm>
              <a:off x="5359378" y="2164664"/>
              <a:ext cx="638454" cy="638463"/>
              <a:chOff x="2567609" y="5035623"/>
              <a:chExt cx="596352" cy="596360"/>
            </a:xfrm>
          </p:grpSpPr>
          <p:sp>
            <p:nvSpPr>
              <p:cNvPr id="973" name="Google Shape;973;p1"/>
              <p:cNvSpPr/>
              <p:nvPr/>
            </p:nvSpPr>
            <p:spPr>
              <a:xfrm>
                <a:off x="2567609" y="5457269"/>
                <a:ext cx="174715" cy="174714"/>
              </a:xfrm>
              <a:custGeom>
                <a:avLst/>
                <a:gdLst/>
                <a:ahLst/>
                <a:cxnLst/>
                <a:rect l="l" t="t" r="r" b="b"/>
                <a:pathLst>
                  <a:path w="174715" h="174714" extrusionOk="0">
                    <a:moveTo>
                      <a:pt x="157242" y="0"/>
                    </a:moveTo>
                    <a:lnTo>
                      <a:pt x="17473" y="0"/>
                    </a:lnTo>
                    <a:cubicBezTo>
                      <a:pt x="7825" y="0"/>
                      <a:pt x="0" y="7825"/>
                      <a:pt x="0" y="17473"/>
                    </a:cubicBezTo>
                    <a:lnTo>
                      <a:pt x="0" y="157241"/>
                    </a:lnTo>
                    <a:cubicBezTo>
                      <a:pt x="0" y="166889"/>
                      <a:pt x="7825" y="174715"/>
                      <a:pt x="17473" y="174715"/>
                    </a:cubicBezTo>
                    <a:lnTo>
                      <a:pt x="157242" y="174715"/>
                    </a:lnTo>
                    <a:cubicBezTo>
                      <a:pt x="166890" y="174715"/>
                      <a:pt x="174715" y="166889"/>
                      <a:pt x="174715" y="157241"/>
                    </a:cubicBezTo>
                    <a:lnTo>
                      <a:pt x="174715" y="17473"/>
                    </a:lnTo>
                    <a:cubicBezTo>
                      <a:pt x="174715" y="7825"/>
                      <a:pt x="166890" y="0"/>
                      <a:pt x="157242" y="0"/>
                    </a:cubicBezTo>
                    <a:close/>
                    <a:moveTo>
                      <a:pt x="139768" y="34946"/>
                    </a:moveTo>
                    <a:lnTo>
                      <a:pt x="139768" y="69893"/>
                    </a:lnTo>
                    <a:lnTo>
                      <a:pt x="34938" y="69893"/>
                    </a:lnTo>
                    <a:lnTo>
                      <a:pt x="34938" y="34946"/>
                    </a:lnTo>
                    <a:lnTo>
                      <a:pt x="139768" y="34946"/>
                    </a:lnTo>
                    <a:close/>
                    <a:moveTo>
                      <a:pt x="139768" y="139777"/>
                    </a:moveTo>
                    <a:lnTo>
                      <a:pt x="34938" y="139777"/>
                    </a:lnTo>
                    <a:lnTo>
                      <a:pt x="34938" y="104830"/>
                    </a:lnTo>
                    <a:lnTo>
                      <a:pt x="139768" y="104830"/>
                    </a:lnTo>
                    <a:lnTo>
                      <a:pt x="139768" y="139777"/>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sng" strike="noStrike" cap="none">
                  <a:solidFill>
                    <a:srgbClr val="000000"/>
                  </a:solidFill>
                  <a:latin typeface="Calibri"/>
                  <a:ea typeface="Calibri"/>
                  <a:cs typeface="Calibri"/>
                  <a:sym typeface="Calibri"/>
                </a:endParaRPr>
              </a:p>
            </p:txBody>
          </p:sp>
          <p:sp>
            <p:nvSpPr>
              <p:cNvPr id="974" name="Google Shape;974;p1"/>
              <p:cNvSpPr/>
              <p:nvPr/>
            </p:nvSpPr>
            <p:spPr>
              <a:xfrm>
                <a:off x="2778423" y="5387384"/>
                <a:ext cx="174715" cy="244599"/>
              </a:xfrm>
              <a:custGeom>
                <a:avLst/>
                <a:gdLst/>
                <a:ahLst/>
                <a:cxnLst/>
                <a:rect l="l" t="t" r="r" b="b"/>
                <a:pathLst>
                  <a:path w="174715" h="244599" extrusionOk="0">
                    <a:moveTo>
                      <a:pt x="157242" y="0"/>
                    </a:moveTo>
                    <a:lnTo>
                      <a:pt x="17473" y="0"/>
                    </a:lnTo>
                    <a:cubicBezTo>
                      <a:pt x="7825" y="0"/>
                      <a:pt x="0" y="7826"/>
                      <a:pt x="0" y="17473"/>
                    </a:cubicBezTo>
                    <a:lnTo>
                      <a:pt x="0" y="227126"/>
                    </a:lnTo>
                    <a:cubicBezTo>
                      <a:pt x="0" y="236774"/>
                      <a:pt x="7825" y="244599"/>
                      <a:pt x="17473" y="244599"/>
                    </a:cubicBezTo>
                    <a:lnTo>
                      <a:pt x="157242" y="244599"/>
                    </a:lnTo>
                    <a:cubicBezTo>
                      <a:pt x="166890" y="244599"/>
                      <a:pt x="174715" y="236774"/>
                      <a:pt x="174715" y="227126"/>
                    </a:cubicBezTo>
                    <a:lnTo>
                      <a:pt x="174715" y="17473"/>
                    </a:lnTo>
                    <a:cubicBezTo>
                      <a:pt x="174715" y="7826"/>
                      <a:pt x="166890" y="0"/>
                      <a:pt x="157242" y="0"/>
                    </a:cubicBezTo>
                    <a:close/>
                    <a:moveTo>
                      <a:pt x="34947" y="104831"/>
                    </a:moveTo>
                    <a:lnTo>
                      <a:pt x="139777" y="104831"/>
                    </a:lnTo>
                    <a:lnTo>
                      <a:pt x="139777" y="139778"/>
                    </a:lnTo>
                    <a:lnTo>
                      <a:pt x="34947" y="139778"/>
                    </a:lnTo>
                    <a:lnTo>
                      <a:pt x="34947" y="104831"/>
                    </a:lnTo>
                    <a:close/>
                    <a:moveTo>
                      <a:pt x="139777" y="34947"/>
                    </a:moveTo>
                    <a:lnTo>
                      <a:pt x="139777" y="69893"/>
                    </a:lnTo>
                    <a:lnTo>
                      <a:pt x="34947" y="69893"/>
                    </a:lnTo>
                    <a:lnTo>
                      <a:pt x="34947" y="34947"/>
                    </a:lnTo>
                    <a:lnTo>
                      <a:pt x="139777" y="34947"/>
                    </a:lnTo>
                    <a:close/>
                    <a:moveTo>
                      <a:pt x="139777" y="209662"/>
                    </a:moveTo>
                    <a:lnTo>
                      <a:pt x="34947" y="209662"/>
                    </a:lnTo>
                    <a:lnTo>
                      <a:pt x="34947" y="174715"/>
                    </a:lnTo>
                    <a:lnTo>
                      <a:pt x="139777" y="174715"/>
                    </a:lnTo>
                    <a:lnTo>
                      <a:pt x="139777" y="209662"/>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sng" strike="noStrike" cap="none">
                  <a:solidFill>
                    <a:srgbClr val="000000"/>
                  </a:solidFill>
                  <a:latin typeface="Calibri"/>
                  <a:ea typeface="Calibri"/>
                  <a:cs typeface="Calibri"/>
                  <a:sym typeface="Calibri"/>
                </a:endParaRPr>
              </a:p>
            </p:txBody>
          </p:sp>
          <p:sp>
            <p:nvSpPr>
              <p:cNvPr id="975" name="Google Shape;975;p1"/>
              <p:cNvSpPr/>
              <p:nvPr/>
            </p:nvSpPr>
            <p:spPr>
              <a:xfrm>
                <a:off x="2989246" y="5247615"/>
                <a:ext cx="174715" cy="384367"/>
              </a:xfrm>
              <a:custGeom>
                <a:avLst/>
                <a:gdLst/>
                <a:ahLst/>
                <a:cxnLst/>
                <a:rect l="l" t="t" r="r" b="b"/>
                <a:pathLst>
                  <a:path w="174715" h="384367" extrusionOk="0">
                    <a:moveTo>
                      <a:pt x="157242" y="0"/>
                    </a:moveTo>
                    <a:lnTo>
                      <a:pt x="17473" y="0"/>
                    </a:lnTo>
                    <a:cubicBezTo>
                      <a:pt x="7825" y="0"/>
                      <a:pt x="0" y="7826"/>
                      <a:pt x="0" y="17473"/>
                    </a:cubicBezTo>
                    <a:lnTo>
                      <a:pt x="0" y="366894"/>
                    </a:lnTo>
                    <a:cubicBezTo>
                      <a:pt x="0" y="376543"/>
                      <a:pt x="7825" y="384368"/>
                      <a:pt x="17473" y="384368"/>
                    </a:cubicBezTo>
                    <a:lnTo>
                      <a:pt x="157242" y="384368"/>
                    </a:lnTo>
                    <a:cubicBezTo>
                      <a:pt x="166890" y="384368"/>
                      <a:pt x="174715" y="376543"/>
                      <a:pt x="174715" y="366894"/>
                    </a:cubicBezTo>
                    <a:lnTo>
                      <a:pt x="174715" y="17473"/>
                    </a:lnTo>
                    <a:cubicBezTo>
                      <a:pt x="174715" y="7826"/>
                      <a:pt x="166890" y="0"/>
                      <a:pt x="157242" y="0"/>
                    </a:cubicBezTo>
                    <a:close/>
                    <a:moveTo>
                      <a:pt x="34947" y="209653"/>
                    </a:moveTo>
                    <a:lnTo>
                      <a:pt x="34947" y="174706"/>
                    </a:lnTo>
                    <a:lnTo>
                      <a:pt x="139777" y="174706"/>
                    </a:lnTo>
                    <a:lnTo>
                      <a:pt x="139777" y="209653"/>
                    </a:lnTo>
                    <a:lnTo>
                      <a:pt x="34947" y="209653"/>
                    </a:lnTo>
                    <a:close/>
                    <a:moveTo>
                      <a:pt x="139777" y="139768"/>
                    </a:moveTo>
                    <a:lnTo>
                      <a:pt x="34947" y="139768"/>
                    </a:lnTo>
                    <a:lnTo>
                      <a:pt x="34947" y="104822"/>
                    </a:lnTo>
                    <a:lnTo>
                      <a:pt x="139777" y="104822"/>
                    </a:lnTo>
                    <a:lnTo>
                      <a:pt x="139777" y="139768"/>
                    </a:lnTo>
                    <a:close/>
                    <a:moveTo>
                      <a:pt x="34947" y="244599"/>
                    </a:moveTo>
                    <a:lnTo>
                      <a:pt x="139777" y="244599"/>
                    </a:lnTo>
                    <a:lnTo>
                      <a:pt x="139777" y="279546"/>
                    </a:lnTo>
                    <a:lnTo>
                      <a:pt x="34947" y="279546"/>
                    </a:lnTo>
                    <a:lnTo>
                      <a:pt x="34947" y="244599"/>
                    </a:lnTo>
                    <a:close/>
                    <a:moveTo>
                      <a:pt x="139777" y="34947"/>
                    </a:moveTo>
                    <a:lnTo>
                      <a:pt x="139777" y="69893"/>
                    </a:lnTo>
                    <a:lnTo>
                      <a:pt x="34947" y="69893"/>
                    </a:lnTo>
                    <a:lnTo>
                      <a:pt x="34947" y="34947"/>
                    </a:lnTo>
                    <a:lnTo>
                      <a:pt x="139777" y="34947"/>
                    </a:lnTo>
                    <a:close/>
                    <a:moveTo>
                      <a:pt x="139777" y="349430"/>
                    </a:moveTo>
                    <a:lnTo>
                      <a:pt x="34947" y="349430"/>
                    </a:lnTo>
                    <a:lnTo>
                      <a:pt x="34947" y="314484"/>
                    </a:lnTo>
                    <a:lnTo>
                      <a:pt x="139777" y="314484"/>
                    </a:lnTo>
                    <a:lnTo>
                      <a:pt x="139777" y="34943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sng" strike="noStrike" cap="none">
                  <a:solidFill>
                    <a:srgbClr val="000000"/>
                  </a:solidFill>
                  <a:latin typeface="Calibri"/>
                  <a:ea typeface="Calibri"/>
                  <a:cs typeface="Calibri"/>
                  <a:sym typeface="Calibri"/>
                </a:endParaRPr>
              </a:p>
            </p:txBody>
          </p:sp>
          <p:sp>
            <p:nvSpPr>
              <p:cNvPr id="976" name="Google Shape;976;p1"/>
              <p:cNvSpPr/>
              <p:nvPr/>
            </p:nvSpPr>
            <p:spPr>
              <a:xfrm>
                <a:off x="2638646" y="5035623"/>
                <a:ext cx="454260" cy="315653"/>
              </a:xfrm>
              <a:custGeom>
                <a:avLst/>
                <a:gdLst/>
                <a:ahLst/>
                <a:cxnLst/>
                <a:rect l="l" t="t" r="r" b="b"/>
                <a:pathLst>
                  <a:path w="454260" h="315653" extrusionOk="0">
                    <a:moveTo>
                      <a:pt x="17482" y="315653"/>
                    </a:moveTo>
                    <a:cubicBezTo>
                      <a:pt x="21958" y="315653"/>
                      <a:pt x="26424" y="313948"/>
                      <a:pt x="29837" y="310535"/>
                    </a:cubicBezTo>
                    <a:lnTo>
                      <a:pt x="157251" y="183121"/>
                    </a:lnTo>
                    <a:lnTo>
                      <a:pt x="214780" y="240651"/>
                    </a:lnTo>
                    <a:cubicBezTo>
                      <a:pt x="221614" y="247484"/>
                      <a:pt x="232709" y="247466"/>
                      <a:pt x="239525" y="240615"/>
                    </a:cubicBezTo>
                    <a:lnTo>
                      <a:pt x="419314" y="59825"/>
                    </a:lnTo>
                    <a:lnTo>
                      <a:pt x="419314" y="87366"/>
                    </a:lnTo>
                    <a:cubicBezTo>
                      <a:pt x="419314" y="97014"/>
                      <a:pt x="427140" y="104840"/>
                      <a:pt x="436788" y="104840"/>
                    </a:cubicBezTo>
                    <a:cubicBezTo>
                      <a:pt x="446435" y="104840"/>
                      <a:pt x="454261" y="97014"/>
                      <a:pt x="454261" y="87366"/>
                    </a:cubicBezTo>
                    <a:lnTo>
                      <a:pt x="454261" y="17455"/>
                    </a:lnTo>
                    <a:cubicBezTo>
                      <a:pt x="454243" y="8263"/>
                      <a:pt x="446981" y="304"/>
                      <a:pt x="437288" y="27"/>
                    </a:cubicBezTo>
                    <a:cubicBezTo>
                      <a:pt x="437118" y="27"/>
                      <a:pt x="436957" y="0"/>
                      <a:pt x="436788" y="0"/>
                    </a:cubicBezTo>
                    <a:lnTo>
                      <a:pt x="366903" y="0"/>
                    </a:lnTo>
                    <a:cubicBezTo>
                      <a:pt x="357256" y="0"/>
                      <a:pt x="349430" y="7825"/>
                      <a:pt x="349430" y="17473"/>
                    </a:cubicBezTo>
                    <a:cubicBezTo>
                      <a:pt x="349430" y="27121"/>
                      <a:pt x="357256" y="34946"/>
                      <a:pt x="366903" y="34946"/>
                    </a:cubicBezTo>
                    <a:lnTo>
                      <a:pt x="394775" y="34946"/>
                    </a:lnTo>
                    <a:lnTo>
                      <a:pt x="227099" y="203551"/>
                    </a:lnTo>
                    <a:lnTo>
                      <a:pt x="169596" y="146057"/>
                    </a:lnTo>
                    <a:cubicBezTo>
                      <a:pt x="162780" y="139232"/>
                      <a:pt x="151712" y="139232"/>
                      <a:pt x="144887" y="146057"/>
                    </a:cubicBezTo>
                    <a:lnTo>
                      <a:pt x="5119" y="285826"/>
                    </a:lnTo>
                    <a:cubicBezTo>
                      <a:pt x="-1706" y="292642"/>
                      <a:pt x="-1706" y="303710"/>
                      <a:pt x="5119" y="310535"/>
                    </a:cubicBezTo>
                    <a:cubicBezTo>
                      <a:pt x="8522" y="313948"/>
                      <a:pt x="12998" y="315653"/>
                      <a:pt x="17473" y="315653"/>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sng" strike="noStrike" cap="none">
                  <a:solidFill>
                    <a:srgbClr val="000000"/>
                  </a:solidFill>
                  <a:latin typeface="Calibri"/>
                  <a:ea typeface="Calibri"/>
                  <a:cs typeface="Calibri"/>
                  <a:sym typeface="Calibri"/>
                </a:endParaRPr>
              </a:p>
            </p:txBody>
          </p:sp>
        </p:grpSp>
      </p:grpSp>
      <p:grpSp>
        <p:nvGrpSpPr>
          <p:cNvPr id="977" name="Google Shape;977;p1"/>
          <p:cNvGrpSpPr/>
          <p:nvPr/>
        </p:nvGrpSpPr>
        <p:grpSpPr>
          <a:xfrm>
            <a:off x="6561138" y="1146038"/>
            <a:ext cx="1074900" cy="1074900"/>
            <a:chOff x="7248188" y="957588"/>
            <a:chExt cx="1074900" cy="1074900"/>
          </a:xfrm>
        </p:grpSpPr>
        <p:sp>
          <p:nvSpPr>
            <p:cNvPr id="978" name="Google Shape;978;p1"/>
            <p:cNvSpPr/>
            <p:nvPr/>
          </p:nvSpPr>
          <p:spPr>
            <a:xfrm>
              <a:off x="7248188" y="957588"/>
              <a:ext cx="1074900" cy="1074900"/>
            </a:xfrm>
            <a:prstGeom prst="ellipse">
              <a:avLst/>
            </a:prstGeom>
            <a:solidFill>
              <a:schemeClr val="lt1"/>
            </a:solidFill>
            <a:ln>
              <a:noFill/>
            </a:ln>
            <a:effectLst>
              <a:outerShdw blurRad="57150" dist="19050" dir="5400000" algn="bl" rotWithShape="0">
                <a:schemeClr val="dk1">
                  <a:alpha val="49411"/>
                </a:scheme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lbert Sans"/>
                <a:ea typeface="Albert Sans"/>
                <a:cs typeface="Albert Sans"/>
                <a:sym typeface="Albert Sans"/>
              </a:endParaRPr>
            </a:p>
          </p:txBody>
        </p:sp>
        <p:grpSp>
          <p:nvGrpSpPr>
            <p:cNvPr id="979" name="Google Shape;979;p1"/>
            <p:cNvGrpSpPr/>
            <p:nvPr/>
          </p:nvGrpSpPr>
          <p:grpSpPr>
            <a:xfrm>
              <a:off x="7476386" y="1140794"/>
              <a:ext cx="618539" cy="708514"/>
              <a:chOff x="7774320" y="3129470"/>
              <a:chExt cx="519606" cy="595190"/>
            </a:xfrm>
          </p:grpSpPr>
          <p:sp>
            <p:nvSpPr>
              <p:cNvPr id="980" name="Google Shape;980;p1"/>
              <p:cNvSpPr/>
              <p:nvPr/>
            </p:nvSpPr>
            <p:spPr>
              <a:xfrm>
                <a:off x="7774320" y="3409623"/>
                <a:ext cx="519606" cy="315037"/>
              </a:xfrm>
              <a:custGeom>
                <a:avLst/>
                <a:gdLst/>
                <a:ahLst/>
                <a:cxnLst/>
                <a:rect l="l" t="t" r="r" b="b"/>
                <a:pathLst>
                  <a:path w="519606" h="315037" extrusionOk="0">
                    <a:moveTo>
                      <a:pt x="517088" y="8415"/>
                    </a:moveTo>
                    <a:cubicBezTo>
                      <a:pt x="513926" y="3189"/>
                      <a:pt x="508271" y="0"/>
                      <a:pt x="502161" y="0"/>
                    </a:cubicBezTo>
                    <a:cubicBezTo>
                      <a:pt x="450670" y="0"/>
                      <a:pt x="403521" y="26469"/>
                      <a:pt x="376685" y="69750"/>
                    </a:cubicBezTo>
                    <a:lnTo>
                      <a:pt x="169882" y="69750"/>
                    </a:lnTo>
                    <a:cubicBezTo>
                      <a:pt x="146593" y="69750"/>
                      <a:pt x="124698" y="78817"/>
                      <a:pt x="108235" y="95290"/>
                    </a:cubicBezTo>
                    <a:lnTo>
                      <a:pt x="5110" y="198415"/>
                    </a:lnTo>
                    <a:cubicBezTo>
                      <a:pt x="1840" y="201684"/>
                      <a:pt x="0" y="206124"/>
                      <a:pt x="0" y="210742"/>
                    </a:cubicBezTo>
                    <a:cubicBezTo>
                      <a:pt x="0" y="215361"/>
                      <a:pt x="1831" y="219801"/>
                      <a:pt x="5110" y="223070"/>
                    </a:cubicBezTo>
                    <a:cubicBezTo>
                      <a:pt x="47462" y="265422"/>
                      <a:pt x="91896" y="309526"/>
                      <a:pt x="92342" y="309972"/>
                    </a:cubicBezTo>
                    <a:cubicBezTo>
                      <a:pt x="95746" y="313349"/>
                      <a:pt x="100186" y="315037"/>
                      <a:pt x="104625" y="315037"/>
                    </a:cubicBezTo>
                    <a:cubicBezTo>
                      <a:pt x="109065" y="315037"/>
                      <a:pt x="113523" y="313340"/>
                      <a:pt x="116926" y="309954"/>
                    </a:cubicBezTo>
                    <a:lnTo>
                      <a:pt x="183067" y="244126"/>
                    </a:lnTo>
                    <a:lnTo>
                      <a:pt x="329143" y="244126"/>
                    </a:lnTo>
                    <a:cubicBezTo>
                      <a:pt x="374702" y="244126"/>
                      <a:pt x="416134" y="219068"/>
                      <a:pt x="437262" y="178726"/>
                    </a:cubicBezTo>
                    <a:cubicBezTo>
                      <a:pt x="437789" y="177717"/>
                      <a:pt x="490610" y="76923"/>
                      <a:pt x="517606" y="25558"/>
                    </a:cubicBezTo>
                    <a:cubicBezTo>
                      <a:pt x="520447" y="20153"/>
                      <a:pt x="520250" y="13659"/>
                      <a:pt x="517097" y="8424"/>
                    </a:cubicBezTo>
                    <a:close/>
                    <a:moveTo>
                      <a:pt x="406361" y="162530"/>
                    </a:moveTo>
                    <a:cubicBezTo>
                      <a:pt x="391273" y="191340"/>
                      <a:pt x="361686" y="209242"/>
                      <a:pt x="329143" y="209242"/>
                    </a:cubicBezTo>
                    <a:lnTo>
                      <a:pt x="175868" y="209242"/>
                    </a:lnTo>
                    <a:cubicBezTo>
                      <a:pt x="171258" y="209242"/>
                      <a:pt x="166836" y="211064"/>
                      <a:pt x="163566" y="214316"/>
                    </a:cubicBezTo>
                    <a:lnTo>
                      <a:pt x="104617" y="272998"/>
                    </a:lnTo>
                    <a:cubicBezTo>
                      <a:pt x="90725" y="259196"/>
                      <a:pt x="66820" y="235416"/>
                      <a:pt x="42111" y="210725"/>
                    </a:cubicBezTo>
                    <a:lnTo>
                      <a:pt x="132908" y="119937"/>
                    </a:lnTo>
                    <a:cubicBezTo>
                      <a:pt x="142788" y="110057"/>
                      <a:pt x="155928" y="104616"/>
                      <a:pt x="169900" y="104616"/>
                    </a:cubicBezTo>
                    <a:lnTo>
                      <a:pt x="357980" y="104616"/>
                    </a:lnTo>
                    <a:lnTo>
                      <a:pt x="344597" y="130147"/>
                    </a:lnTo>
                    <a:cubicBezTo>
                      <a:pt x="341578" y="135909"/>
                      <a:pt x="335664" y="139491"/>
                      <a:pt x="329152" y="139491"/>
                    </a:cubicBezTo>
                    <a:lnTo>
                      <a:pt x="210751" y="139491"/>
                    </a:lnTo>
                    <a:cubicBezTo>
                      <a:pt x="201121" y="139491"/>
                      <a:pt x="193314" y="147299"/>
                      <a:pt x="193314" y="156929"/>
                    </a:cubicBezTo>
                    <a:cubicBezTo>
                      <a:pt x="193314" y="166559"/>
                      <a:pt x="201121" y="174367"/>
                      <a:pt x="210751" y="174367"/>
                    </a:cubicBezTo>
                    <a:lnTo>
                      <a:pt x="329152" y="174367"/>
                    </a:lnTo>
                    <a:cubicBezTo>
                      <a:pt x="348670" y="174367"/>
                      <a:pt x="366421" y="163629"/>
                      <a:pt x="375480" y="146343"/>
                    </a:cubicBezTo>
                    <a:cubicBezTo>
                      <a:pt x="375497" y="146308"/>
                      <a:pt x="402386" y="95004"/>
                      <a:pt x="402386" y="95004"/>
                    </a:cubicBezTo>
                    <a:cubicBezTo>
                      <a:pt x="416992" y="67365"/>
                      <a:pt x="441916" y="47542"/>
                      <a:pt x="471038" y="39217"/>
                    </a:cubicBezTo>
                    <a:cubicBezTo>
                      <a:pt x="443220" y="92217"/>
                      <a:pt x="406808" y="161691"/>
                      <a:pt x="406371" y="16253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sng" strike="noStrike" cap="none">
                  <a:solidFill>
                    <a:srgbClr val="000000"/>
                  </a:solidFill>
                  <a:latin typeface="Calibri"/>
                  <a:ea typeface="Calibri"/>
                  <a:cs typeface="Calibri"/>
                  <a:sym typeface="Calibri"/>
                </a:endParaRPr>
              </a:p>
            </p:txBody>
          </p:sp>
          <p:sp>
            <p:nvSpPr>
              <p:cNvPr id="981" name="Google Shape;981;p1"/>
              <p:cNvSpPr/>
              <p:nvPr/>
            </p:nvSpPr>
            <p:spPr>
              <a:xfrm>
                <a:off x="7880437" y="3129470"/>
                <a:ext cx="313858" cy="313858"/>
              </a:xfrm>
              <a:custGeom>
                <a:avLst/>
                <a:gdLst/>
                <a:ahLst/>
                <a:cxnLst/>
                <a:rect l="l" t="t" r="r" b="b"/>
                <a:pathLst>
                  <a:path w="313858" h="313858" extrusionOk="0">
                    <a:moveTo>
                      <a:pt x="0" y="156929"/>
                    </a:moveTo>
                    <a:cubicBezTo>
                      <a:pt x="0" y="243259"/>
                      <a:pt x="70224" y="313858"/>
                      <a:pt x="156929" y="313858"/>
                    </a:cubicBezTo>
                    <a:cubicBezTo>
                      <a:pt x="243634" y="313858"/>
                      <a:pt x="313858" y="243313"/>
                      <a:pt x="313858" y="156929"/>
                    </a:cubicBezTo>
                    <a:cubicBezTo>
                      <a:pt x="313858" y="65471"/>
                      <a:pt x="239007" y="0"/>
                      <a:pt x="156929" y="0"/>
                    </a:cubicBezTo>
                    <a:cubicBezTo>
                      <a:pt x="70608" y="0"/>
                      <a:pt x="0" y="70215"/>
                      <a:pt x="0" y="156929"/>
                    </a:cubicBezTo>
                    <a:close/>
                    <a:moveTo>
                      <a:pt x="156929" y="34866"/>
                    </a:moveTo>
                    <a:cubicBezTo>
                      <a:pt x="159421" y="34866"/>
                      <a:pt x="168551" y="40289"/>
                      <a:pt x="177591" y="64408"/>
                    </a:cubicBezTo>
                    <a:cubicBezTo>
                      <a:pt x="180200" y="71358"/>
                      <a:pt x="182460" y="79005"/>
                      <a:pt x="184381" y="87179"/>
                    </a:cubicBezTo>
                    <a:lnTo>
                      <a:pt x="129487" y="87179"/>
                    </a:lnTo>
                    <a:cubicBezTo>
                      <a:pt x="131407" y="79014"/>
                      <a:pt x="133667" y="71358"/>
                      <a:pt x="136267" y="64408"/>
                    </a:cubicBezTo>
                    <a:cubicBezTo>
                      <a:pt x="145316" y="40289"/>
                      <a:pt x="154445" y="34866"/>
                      <a:pt x="156929" y="34866"/>
                    </a:cubicBezTo>
                    <a:close/>
                    <a:moveTo>
                      <a:pt x="190080" y="122054"/>
                    </a:moveTo>
                    <a:cubicBezTo>
                      <a:pt x="191214" y="133256"/>
                      <a:pt x="191813" y="144941"/>
                      <a:pt x="191813" y="156929"/>
                    </a:cubicBezTo>
                    <a:cubicBezTo>
                      <a:pt x="191813" y="168918"/>
                      <a:pt x="191214" y="180602"/>
                      <a:pt x="190080" y="191804"/>
                    </a:cubicBezTo>
                    <a:lnTo>
                      <a:pt x="123796" y="191804"/>
                    </a:lnTo>
                    <a:cubicBezTo>
                      <a:pt x="122661" y="180602"/>
                      <a:pt x="122063" y="168918"/>
                      <a:pt x="122063" y="156929"/>
                    </a:cubicBezTo>
                    <a:cubicBezTo>
                      <a:pt x="122063" y="144941"/>
                      <a:pt x="122661" y="133256"/>
                      <a:pt x="123796" y="122054"/>
                    </a:cubicBezTo>
                    <a:lnTo>
                      <a:pt x="190080" y="122054"/>
                    </a:lnTo>
                    <a:close/>
                    <a:moveTo>
                      <a:pt x="278992" y="156929"/>
                    </a:moveTo>
                    <a:cubicBezTo>
                      <a:pt x="278992" y="169042"/>
                      <a:pt x="277215" y="180745"/>
                      <a:pt x="273909" y="191804"/>
                    </a:cubicBezTo>
                    <a:lnTo>
                      <a:pt x="225098" y="191804"/>
                    </a:lnTo>
                    <a:cubicBezTo>
                      <a:pt x="226134" y="180495"/>
                      <a:pt x="226679" y="168810"/>
                      <a:pt x="226679" y="156929"/>
                    </a:cubicBezTo>
                    <a:cubicBezTo>
                      <a:pt x="226679" y="145048"/>
                      <a:pt x="226144" y="133363"/>
                      <a:pt x="225098" y="122054"/>
                    </a:cubicBezTo>
                    <a:lnTo>
                      <a:pt x="273909" y="122054"/>
                    </a:lnTo>
                    <a:cubicBezTo>
                      <a:pt x="277215" y="133113"/>
                      <a:pt x="278992" y="144816"/>
                      <a:pt x="278992" y="156929"/>
                    </a:cubicBezTo>
                    <a:close/>
                    <a:moveTo>
                      <a:pt x="156929" y="278992"/>
                    </a:moveTo>
                    <a:cubicBezTo>
                      <a:pt x="154445" y="278992"/>
                      <a:pt x="145316" y="273570"/>
                      <a:pt x="136267" y="249450"/>
                    </a:cubicBezTo>
                    <a:cubicBezTo>
                      <a:pt x="133658" y="242500"/>
                      <a:pt x="131407" y="234621"/>
                      <a:pt x="129487" y="226447"/>
                    </a:cubicBezTo>
                    <a:lnTo>
                      <a:pt x="184381" y="226447"/>
                    </a:lnTo>
                    <a:cubicBezTo>
                      <a:pt x="182460" y="234612"/>
                      <a:pt x="180200" y="242500"/>
                      <a:pt x="177591" y="249450"/>
                    </a:cubicBezTo>
                    <a:cubicBezTo>
                      <a:pt x="168551" y="273570"/>
                      <a:pt x="159421" y="278992"/>
                      <a:pt x="156929" y="278992"/>
                    </a:cubicBezTo>
                    <a:close/>
                    <a:moveTo>
                      <a:pt x="88760" y="191804"/>
                    </a:moveTo>
                    <a:lnTo>
                      <a:pt x="39958" y="191804"/>
                    </a:lnTo>
                    <a:cubicBezTo>
                      <a:pt x="36653" y="180745"/>
                      <a:pt x="34875" y="169042"/>
                      <a:pt x="34875" y="156929"/>
                    </a:cubicBezTo>
                    <a:cubicBezTo>
                      <a:pt x="34875" y="144816"/>
                      <a:pt x="36662" y="132872"/>
                      <a:pt x="39958" y="121822"/>
                    </a:cubicBezTo>
                    <a:lnTo>
                      <a:pt x="88760" y="121822"/>
                    </a:lnTo>
                    <a:cubicBezTo>
                      <a:pt x="87724" y="133131"/>
                      <a:pt x="87179" y="145048"/>
                      <a:pt x="87179" y="156929"/>
                    </a:cubicBezTo>
                    <a:cubicBezTo>
                      <a:pt x="87179" y="168810"/>
                      <a:pt x="87724" y="180495"/>
                      <a:pt x="88760" y="191804"/>
                    </a:cubicBezTo>
                    <a:close/>
                    <a:moveTo>
                      <a:pt x="56815" y="226679"/>
                    </a:moveTo>
                    <a:lnTo>
                      <a:pt x="93798" y="226679"/>
                    </a:lnTo>
                    <a:cubicBezTo>
                      <a:pt x="96371" y="239355"/>
                      <a:pt x="99658" y="251147"/>
                      <a:pt x="103607" y="261697"/>
                    </a:cubicBezTo>
                    <a:cubicBezTo>
                      <a:pt x="104411" y="263850"/>
                      <a:pt x="105241" y="265896"/>
                      <a:pt x="106081" y="267888"/>
                    </a:cubicBezTo>
                    <a:cubicBezTo>
                      <a:pt x="86223" y="258750"/>
                      <a:pt x="69223" y="244439"/>
                      <a:pt x="56815" y="226688"/>
                    </a:cubicBezTo>
                    <a:close/>
                    <a:moveTo>
                      <a:pt x="207768" y="267879"/>
                    </a:moveTo>
                    <a:cubicBezTo>
                      <a:pt x="208607" y="265887"/>
                      <a:pt x="209430" y="263841"/>
                      <a:pt x="210242" y="261688"/>
                    </a:cubicBezTo>
                    <a:cubicBezTo>
                      <a:pt x="214190" y="251147"/>
                      <a:pt x="217487" y="239123"/>
                      <a:pt x="220051" y="226438"/>
                    </a:cubicBezTo>
                    <a:lnTo>
                      <a:pt x="257034" y="226438"/>
                    </a:lnTo>
                    <a:cubicBezTo>
                      <a:pt x="244626" y="244188"/>
                      <a:pt x="227626" y="258741"/>
                      <a:pt x="207768" y="267870"/>
                    </a:cubicBezTo>
                    <a:close/>
                    <a:moveTo>
                      <a:pt x="257034" y="87179"/>
                    </a:moveTo>
                    <a:lnTo>
                      <a:pt x="220051" y="87179"/>
                    </a:lnTo>
                    <a:cubicBezTo>
                      <a:pt x="217478" y="74503"/>
                      <a:pt x="214190" y="62711"/>
                      <a:pt x="210242" y="52161"/>
                    </a:cubicBezTo>
                    <a:cubicBezTo>
                      <a:pt x="209439" y="50008"/>
                      <a:pt x="208607" y="47962"/>
                      <a:pt x="207768" y="45970"/>
                    </a:cubicBezTo>
                    <a:cubicBezTo>
                      <a:pt x="227626" y="55109"/>
                      <a:pt x="244626" y="69420"/>
                      <a:pt x="257034" y="87170"/>
                    </a:cubicBezTo>
                    <a:close/>
                    <a:moveTo>
                      <a:pt x="106081" y="45979"/>
                    </a:moveTo>
                    <a:cubicBezTo>
                      <a:pt x="105241" y="47971"/>
                      <a:pt x="104420" y="50017"/>
                      <a:pt x="103607" y="52170"/>
                    </a:cubicBezTo>
                    <a:cubicBezTo>
                      <a:pt x="99658" y="62711"/>
                      <a:pt x="96362" y="74503"/>
                      <a:pt x="93798" y="87188"/>
                    </a:cubicBezTo>
                    <a:lnTo>
                      <a:pt x="56815" y="87188"/>
                    </a:lnTo>
                    <a:cubicBezTo>
                      <a:pt x="69223" y="69438"/>
                      <a:pt x="86223" y="55118"/>
                      <a:pt x="106081" y="4598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sng" strike="noStrike" cap="none">
                  <a:solidFill>
                    <a:srgbClr val="000000"/>
                  </a:solidFill>
                  <a:latin typeface="Calibri"/>
                  <a:ea typeface="Calibri"/>
                  <a:cs typeface="Calibri"/>
                  <a:sym typeface="Calibri"/>
                </a:endParaRPr>
              </a:p>
            </p:txBody>
          </p:sp>
        </p:grpSp>
      </p:gr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5"/>
        <p:cNvGrpSpPr/>
        <p:nvPr/>
      </p:nvGrpSpPr>
      <p:grpSpPr>
        <a:xfrm>
          <a:off x="0" y="0"/>
          <a:ext cx="0" cy="0"/>
          <a:chOff x="0" y="0"/>
          <a:chExt cx="0" cy="0"/>
        </a:xfrm>
      </p:grpSpPr>
      <p:sp>
        <p:nvSpPr>
          <p:cNvPr id="986" name="Google Shape;986;p2"/>
          <p:cNvSpPr txBox="1">
            <a:spLocks noGrp="1"/>
          </p:cNvSpPr>
          <p:nvPr>
            <p:ph type="title"/>
          </p:nvPr>
        </p:nvSpPr>
        <p:spPr>
          <a:xfrm>
            <a:off x="720000" y="539500"/>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200"/>
              <a:buNone/>
            </a:pPr>
            <a:r>
              <a:rPr lang="en" dirty="0"/>
              <a:t>Questionnaire Format</a:t>
            </a:r>
            <a:endParaRPr dirty="0"/>
          </a:p>
        </p:txBody>
      </p:sp>
      <p:sp>
        <p:nvSpPr>
          <p:cNvPr id="987" name="Google Shape;987;p2"/>
          <p:cNvSpPr txBox="1">
            <a:spLocks noGrp="1"/>
          </p:cNvSpPr>
          <p:nvPr>
            <p:ph type="title" idx="7"/>
          </p:nvPr>
        </p:nvSpPr>
        <p:spPr>
          <a:xfrm>
            <a:off x="720007" y="1254172"/>
            <a:ext cx="734693" cy="455343"/>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
              <a:t>01</a:t>
            </a:r>
            <a:endParaRPr/>
          </a:p>
        </p:txBody>
      </p:sp>
      <p:sp>
        <p:nvSpPr>
          <p:cNvPr id="988" name="Google Shape;988;p2"/>
          <p:cNvSpPr txBox="1">
            <a:spLocks noGrp="1"/>
          </p:cNvSpPr>
          <p:nvPr>
            <p:ph type="title" idx="8"/>
          </p:nvPr>
        </p:nvSpPr>
        <p:spPr>
          <a:xfrm>
            <a:off x="720000" y="2988416"/>
            <a:ext cx="734700" cy="4476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
              <a:t>04</a:t>
            </a:r>
            <a:endParaRPr/>
          </a:p>
        </p:txBody>
      </p:sp>
      <p:sp>
        <p:nvSpPr>
          <p:cNvPr id="989" name="Google Shape;989;p2"/>
          <p:cNvSpPr txBox="1">
            <a:spLocks noGrp="1"/>
          </p:cNvSpPr>
          <p:nvPr>
            <p:ph type="title" idx="9"/>
          </p:nvPr>
        </p:nvSpPr>
        <p:spPr>
          <a:xfrm>
            <a:off x="3419250" y="1261915"/>
            <a:ext cx="734700" cy="4476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
              <a:t>02</a:t>
            </a:r>
            <a:endParaRPr/>
          </a:p>
        </p:txBody>
      </p:sp>
      <p:sp>
        <p:nvSpPr>
          <p:cNvPr id="990" name="Google Shape;990;p2"/>
          <p:cNvSpPr txBox="1">
            <a:spLocks noGrp="1"/>
          </p:cNvSpPr>
          <p:nvPr>
            <p:ph type="title" idx="13"/>
          </p:nvPr>
        </p:nvSpPr>
        <p:spPr>
          <a:xfrm>
            <a:off x="3419271" y="2988416"/>
            <a:ext cx="734700" cy="4476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
              <a:t>05</a:t>
            </a:r>
            <a:endParaRPr/>
          </a:p>
        </p:txBody>
      </p:sp>
      <p:sp>
        <p:nvSpPr>
          <p:cNvPr id="991" name="Google Shape;991;p2"/>
          <p:cNvSpPr txBox="1">
            <a:spLocks noGrp="1"/>
          </p:cNvSpPr>
          <p:nvPr>
            <p:ph type="title" idx="14"/>
          </p:nvPr>
        </p:nvSpPr>
        <p:spPr>
          <a:xfrm>
            <a:off x="5952361" y="1261915"/>
            <a:ext cx="734700" cy="4476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
              <a:t>03</a:t>
            </a:r>
            <a:endParaRPr/>
          </a:p>
        </p:txBody>
      </p:sp>
      <p:sp>
        <p:nvSpPr>
          <p:cNvPr id="992" name="Google Shape;992;p2"/>
          <p:cNvSpPr txBox="1">
            <a:spLocks noGrp="1"/>
          </p:cNvSpPr>
          <p:nvPr>
            <p:ph type="title" idx="15"/>
          </p:nvPr>
        </p:nvSpPr>
        <p:spPr>
          <a:xfrm>
            <a:off x="5949596" y="2988877"/>
            <a:ext cx="734700" cy="4476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
              <a:t>06</a:t>
            </a:r>
            <a:endParaRPr/>
          </a:p>
        </p:txBody>
      </p:sp>
      <p:sp>
        <p:nvSpPr>
          <p:cNvPr id="993" name="Google Shape;993;p2"/>
          <p:cNvSpPr txBox="1">
            <a:spLocks noGrp="1"/>
          </p:cNvSpPr>
          <p:nvPr>
            <p:ph type="subTitle" idx="16"/>
          </p:nvPr>
        </p:nvSpPr>
        <p:spPr>
          <a:xfrm>
            <a:off x="668629" y="1926496"/>
            <a:ext cx="2305500" cy="784925"/>
          </a:xfrm>
          <a:prstGeom prst="rect">
            <a:avLst/>
          </a:prstGeom>
          <a:noFill/>
          <a:ln>
            <a:noFill/>
          </a:ln>
        </p:spPr>
        <p:txBody>
          <a:bodyPr spcFirstLastPara="1" wrap="square" lIns="91425" tIns="91425" rIns="91425" bIns="91425" anchor="b" anchorCtr="0">
            <a:normAutofit fontScale="92500" lnSpcReduction="20000"/>
          </a:bodyPr>
          <a:lstStyle/>
          <a:p>
            <a:pPr marL="0" lvl="0" indent="0" algn="l" rtl="0">
              <a:lnSpc>
                <a:spcPct val="115000"/>
              </a:lnSpc>
              <a:spcBef>
                <a:spcPts val="0"/>
              </a:spcBef>
              <a:spcAft>
                <a:spcPts val="0"/>
              </a:spcAft>
              <a:buSzPct val="129729"/>
              <a:buNone/>
            </a:pPr>
            <a:r>
              <a:rPr lang="en" dirty="0">
                <a:latin typeface="Albert Sans"/>
                <a:ea typeface="Albert Sans"/>
                <a:cs typeface="Albert Sans"/>
                <a:sym typeface="Albert Sans"/>
              </a:rPr>
              <a:t>Demographic</a:t>
            </a:r>
            <a:r>
              <a:rPr lang="en" u="sng" dirty="0">
                <a:latin typeface="Albert Sans"/>
                <a:ea typeface="Albert Sans"/>
                <a:cs typeface="Albert Sans"/>
                <a:sym typeface="Albert Sans"/>
              </a:rPr>
              <a:t> </a:t>
            </a:r>
            <a:r>
              <a:rPr lang="en" dirty="0">
                <a:latin typeface="Albert Sans"/>
                <a:ea typeface="Albert Sans"/>
                <a:cs typeface="Albert Sans"/>
                <a:sym typeface="Albert Sans"/>
              </a:rPr>
              <a:t>Information</a:t>
            </a:r>
            <a:r>
              <a:rPr lang="en" u="sng" dirty="0">
                <a:latin typeface="Albert Sans"/>
                <a:ea typeface="Albert Sans"/>
                <a:cs typeface="Albert Sans"/>
                <a:sym typeface="Albert Sans"/>
              </a:rPr>
              <a:t> </a:t>
            </a:r>
            <a:endParaRPr u="sng" dirty="0">
              <a:latin typeface="Albert Sans"/>
              <a:ea typeface="Albert Sans"/>
              <a:cs typeface="Albert Sans"/>
              <a:sym typeface="Albert Sans"/>
            </a:endParaRPr>
          </a:p>
        </p:txBody>
      </p:sp>
      <p:sp>
        <p:nvSpPr>
          <p:cNvPr id="994" name="Google Shape;994;p2"/>
          <p:cNvSpPr txBox="1">
            <a:spLocks noGrp="1"/>
          </p:cNvSpPr>
          <p:nvPr>
            <p:ph type="subTitle" idx="17"/>
          </p:nvPr>
        </p:nvSpPr>
        <p:spPr>
          <a:xfrm>
            <a:off x="3394999" y="1914607"/>
            <a:ext cx="2305500" cy="812155"/>
          </a:xfrm>
          <a:prstGeom prst="rect">
            <a:avLst/>
          </a:prstGeom>
          <a:noFill/>
          <a:ln>
            <a:noFill/>
          </a:ln>
        </p:spPr>
        <p:txBody>
          <a:bodyPr spcFirstLastPara="1" wrap="square" lIns="91425" tIns="91425" rIns="91425" bIns="91425" anchor="b" anchorCtr="0">
            <a:normAutofit fontScale="92500" lnSpcReduction="10000"/>
          </a:bodyPr>
          <a:lstStyle/>
          <a:p>
            <a:pPr marL="0" lvl="0" indent="0" algn="l" rtl="0">
              <a:lnSpc>
                <a:spcPct val="115000"/>
              </a:lnSpc>
              <a:spcBef>
                <a:spcPts val="0"/>
              </a:spcBef>
              <a:spcAft>
                <a:spcPts val="0"/>
              </a:spcAft>
              <a:buSzPct val="129729"/>
              <a:buNone/>
            </a:pPr>
            <a:r>
              <a:rPr lang="en" dirty="0">
                <a:solidFill>
                  <a:srgbClr val="00004F"/>
                </a:solidFill>
                <a:latin typeface="Arial"/>
                <a:ea typeface="Arial"/>
                <a:cs typeface="Arial"/>
                <a:sym typeface="Arial"/>
              </a:rPr>
              <a:t>Emigration</a:t>
            </a:r>
            <a:endParaRPr dirty="0"/>
          </a:p>
          <a:p>
            <a:pPr marL="0" lvl="0" indent="0" algn="l" rtl="0">
              <a:lnSpc>
                <a:spcPct val="115000"/>
              </a:lnSpc>
              <a:spcBef>
                <a:spcPts val="0"/>
              </a:spcBef>
              <a:spcAft>
                <a:spcPts val="0"/>
              </a:spcAft>
              <a:buSzPct val="129729"/>
              <a:buNone/>
            </a:pPr>
            <a:r>
              <a:rPr lang="en" dirty="0">
                <a:solidFill>
                  <a:srgbClr val="00004F"/>
                </a:solidFill>
                <a:latin typeface="Arial"/>
                <a:ea typeface="Arial"/>
                <a:cs typeface="Arial"/>
                <a:sym typeface="Arial"/>
              </a:rPr>
              <a:t> Details</a:t>
            </a:r>
            <a:endParaRPr u="sng" dirty="0">
              <a:solidFill>
                <a:srgbClr val="00004F"/>
              </a:solidFill>
              <a:latin typeface="Albert Sans"/>
              <a:ea typeface="Albert Sans"/>
              <a:cs typeface="Albert Sans"/>
              <a:sym typeface="Albert Sans"/>
            </a:endParaRPr>
          </a:p>
        </p:txBody>
      </p:sp>
      <p:sp>
        <p:nvSpPr>
          <p:cNvPr id="995" name="Google Shape;995;p2"/>
          <p:cNvSpPr txBox="1">
            <a:spLocks noGrp="1"/>
          </p:cNvSpPr>
          <p:nvPr>
            <p:ph type="subTitle" idx="18"/>
          </p:nvPr>
        </p:nvSpPr>
        <p:spPr>
          <a:xfrm>
            <a:off x="5951799" y="1926496"/>
            <a:ext cx="2305451" cy="726065"/>
          </a:xfrm>
          <a:prstGeom prst="rect">
            <a:avLst/>
          </a:prstGeom>
          <a:noFill/>
          <a:ln>
            <a:noFill/>
          </a:ln>
        </p:spPr>
        <p:txBody>
          <a:bodyPr spcFirstLastPara="1" wrap="square" lIns="91425" tIns="91425" rIns="91425" bIns="91425" anchor="b" anchorCtr="0">
            <a:normAutofit fontScale="92500" lnSpcReduction="20000"/>
          </a:bodyPr>
          <a:lstStyle/>
          <a:p>
            <a:pPr marL="0" lvl="0" indent="0" algn="l" rtl="0">
              <a:lnSpc>
                <a:spcPct val="115000"/>
              </a:lnSpc>
              <a:spcBef>
                <a:spcPts val="0"/>
              </a:spcBef>
              <a:spcAft>
                <a:spcPts val="0"/>
              </a:spcAft>
              <a:buSzPct val="144144"/>
              <a:buNone/>
            </a:pPr>
            <a:r>
              <a:rPr lang="en" sz="1800" dirty="0">
                <a:solidFill>
                  <a:srgbClr val="00004F"/>
                </a:solidFill>
              </a:rPr>
              <a:t>Employment and Economic Aspects</a:t>
            </a:r>
            <a:endParaRPr sz="1800" dirty="0">
              <a:solidFill>
                <a:srgbClr val="00004F"/>
              </a:solidFill>
            </a:endParaRPr>
          </a:p>
        </p:txBody>
      </p:sp>
      <p:sp>
        <p:nvSpPr>
          <p:cNvPr id="996" name="Google Shape;996;p2"/>
          <p:cNvSpPr txBox="1">
            <a:spLocks noGrp="1"/>
          </p:cNvSpPr>
          <p:nvPr>
            <p:ph type="subTitle" idx="19"/>
          </p:nvPr>
        </p:nvSpPr>
        <p:spPr>
          <a:xfrm>
            <a:off x="668629" y="3637794"/>
            <a:ext cx="2305500" cy="716886"/>
          </a:xfrm>
          <a:prstGeom prst="rect">
            <a:avLst/>
          </a:prstGeom>
          <a:noFill/>
          <a:ln>
            <a:noFill/>
          </a:ln>
        </p:spPr>
        <p:txBody>
          <a:bodyPr spcFirstLastPara="1" wrap="square" lIns="91425" tIns="91425" rIns="91425" bIns="91425" anchor="b" anchorCtr="0">
            <a:normAutofit fontScale="85000" lnSpcReduction="20000"/>
          </a:bodyPr>
          <a:lstStyle/>
          <a:p>
            <a:pPr marL="0" lvl="0" indent="0" algn="l" rtl="0">
              <a:lnSpc>
                <a:spcPct val="115000"/>
              </a:lnSpc>
              <a:spcBef>
                <a:spcPts val="0"/>
              </a:spcBef>
              <a:spcAft>
                <a:spcPts val="0"/>
              </a:spcAft>
              <a:buSzPct val="141176"/>
              <a:buNone/>
            </a:pPr>
            <a:r>
              <a:rPr lang="en" dirty="0"/>
              <a:t>Social and cultural integration</a:t>
            </a:r>
            <a:endParaRPr dirty="0"/>
          </a:p>
        </p:txBody>
      </p:sp>
      <p:sp>
        <p:nvSpPr>
          <p:cNvPr id="997" name="Google Shape;997;p2"/>
          <p:cNvSpPr txBox="1">
            <a:spLocks noGrp="1"/>
          </p:cNvSpPr>
          <p:nvPr>
            <p:ph type="subTitle" idx="20"/>
          </p:nvPr>
        </p:nvSpPr>
        <p:spPr>
          <a:xfrm>
            <a:off x="3394999" y="3556889"/>
            <a:ext cx="2281249" cy="811535"/>
          </a:xfrm>
          <a:prstGeom prst="rect">
            <a:avLst/>
          </a:prstGeom>
          <a:noFill/>
          <a:ln>
            <a:noFill/>
          </a:ln>
        </p:spPr>
        <p:txBody>
          <a:bodyPr spcFirstLastPara="1" wrap="square" lIns="91425" tIns="91425" rIns="91425" bIns="91425" anchor="b" anchorCtr="0">
            <a:normAutofit fontScale="92500" lnSpcReduction="10000"/>
          </a:bodyPr>
          <a:lstStyle/>
          <a:p>
            <a:pPr marL="0" lvl="0" indent="0" algn="l" rtl="0">
              <a:lnSpc>
                <a:spcPct val="110000"/>
              </a:lnSpc>
              <a:spcBef>
                <a:spcPts val="0"/>
              </a:spcBef>
              <a:spcAft>
                <a:spcPts val="0"/>
              </a:spcAft>
              <a:buSzPct val="129729"/>
              <a:buNone/>
            </a:pPr>
            <a:r>
              <a:rPr lang="en" dirty="0"/>
              <a:t>Return Intentions </a:t>
            </a:r>
            <a:endParaRPr dirty="0"/>
          </a:p>
        </p:txBody>
      </p:sp>
      <p:sp>
        <p:nvSpPr>
          <p:cNvPr id="998" name="Google Shape;998;p2"/>
          <p:cNvSpPr txBox="1">
            <a:spLocks noGrp="1"/>
          </p:cNvSpPr>
          <p:nvPr>
            <p:ph type="subTitle" idx="21"/>
          </p:nvPr>
        </p:nvSpPr>
        <p:spPr>
          <a:xfrm>
            <a:off x="5949596" y="3742123"/>
            <a:ext cx="2305500" cy="626301"/>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400"/>
              <a:buNone/>
            </a:pPr>
            <a:r>
              <a:rPr lang="en" sz="1800" dirty="0"/>
              <a:t>Perception of Pakistan</a:t>
            </a:r>
            <a:endParaRPr sz="18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02"/>
        <p:cNvGrpSpPr/>
        <p:nvPr/>
      </p:nvGrpSpPr>
      <p:grpSpPr>
        <a:xfrm>
          <a:off x="0" y="0"/>
          <a:ext cx="0" cy="0"/>
          <a:chOff x="0" y="0"/>
          <a:chExt cx="0" cy="0"/>
        </a:xfrm>
      </p:grpSpPr>
      <p:sp>
        <p:nvSpPr>
          <p:cNvPr id="1003" name="Google Shape;1003;p3"/>
          <p:cNvSpPr txBox="1">
            <a:spLocks noGrp="1"/>
          </p:cNvSpPr>
          <p:nvPr>
            <p:ph type="title"/>
          </p:nvPr>
        </p:nvSpPr>
        <p:spPr>
          <a:xfrm>
            <a:off x="720000" y="539499"/>
            <a:ext cx="7704000" cy="1128125"/>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118394"/>
              <a:buNone/>
            </a:pPr>
            <a:r>
              <a:rPr lang="en" dirty="0">
                <a:solidFill>
                  <a:srgbClr val="00004F"/>
                </a:solidFill>
              </a:rPr>
              <a:t>Demographics</a:t>
            </a:r>
            <a:r>
              <a:rPr lang="en" dirty="0">
                <a:solidFill>
                  <a:srgbClr val="C00000"/>
                </a:solidFill>
              </a:rPr>
              <a:t/>
            </a:r>
            <a:br>
              <a:rPr lang="en" dirty="0">
                <a:solidFill>
                  <a:srgbClr val="C00000"/>
                </a:solidFill>
              </a:rPr>
            </a:br>
            <a:r>
              <a:rPr lang="en" dirty="0"/>
              <a:t>200 </a:t>
            </a:r>
            <a:r>
              <a:rPr lang="en" sz="3100" b="0" dirty="0">
                <a:solidFill>
                  <a:srgbClr val="C00000"/>
                </a:solidFill>
              </a:rPr>
              <a:t>samples</a:t>
            </a:r>
            <a:endParaRPr sz="3100" b="0" dirty="0">
              <a:solidFill>
                <a:srgbClr val="C00000"/>
              </a:solidFill>
            </a:endParaRPr>
          </a:p>
        </p:txBody>
      </p:sp>
      <p:sp>
        <p:nvSpPr>
          <p:cNvPr id="1004" name="Google Shape;1004;p3"/>
          <p:cNvSpPr txBox="1">
            <a:spLocks noGrp="1"/>
          </p:cNvSpPr>
          <p:nvPr>
            <p:ph type="subTitle" idx="2"/>
          </p:nvPr>
        </p:nvSpPr>
        <p:spPr>
          <a:xfrm>
            <a:off x="1428921" y="1667624"/>
            <a:ext cx="3176209" cy="242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dirty="0"/>
              <a:t> </a:t>
            </a:r>
            <a:r>
              <a:rPr lang="en" sz="1800" b="1" dirty="0"/>
              <a:t>Female : 56.50%</a:t>
            </a:r>
            <a:endParaRPr dirty="0"/>
          </a:p>
          <a:p>
            <a:pPr marL="0" lvl="0" indent="0" algn="l" rtl="0">
              <a:lnSpc>
                <a:spcPct val="115000"/>
              </a:lnSpc>
              <a:spcBef>
                <a:spcPts val="0"/>
              </a:spcBef>
              <a:spcAft>
                <a:spcPts val="0"/>
              </a:spcAft>
              <a:buSzPts val="1400"/>
              <a:buNone/>
            </a:pPr>
            <a:r>
              <a:rPr lang="en" sz="1800" b="1" dirty="0"/>
              <a:t> Male : 42.4%</a:t>
            </a:r>
            <a:endParaRPr dirty="0"/>
          </a:p>
          <a:p>
            <a:pPr marL="0" lvl="0" indent="0" algn="l" rtl="0">
              <a:lnSpc>
                <a:spcPct val="115000"/>
              </a:lnSpc>
              <a:spcBef>
                <a:spcPts val="0"/>
              </a:spcBef>
              <a:spcAft>
                <a:spcPts val="0"/>
              </a:spcAft>
              <a:buSzPts val="1400"/>
              <a:buNone/>
            </a:pPr>
            <a:r>
              <a:rPr lang="en" sz="1800" b="1" dirty="0"/>
              <a:t> Other : 1%</a:t>
            </a:r>
            <a:endParaRPr dirty="0"/>
          </a:p>
          <a:p>
            <a:pPr marL="0" lvl="0" indent="0" algn="l" rtl="0">
              <a:lnSpc>
                <a:spcPct val="115000"/>
              </a:lnSpc>
              <a:spcBef>
                <a:spcPts val="0"/>
              </a:spcBef>
              <a:spcAft>
                <a:spcPts val="0"/>
              </a:spcAft>
              <a:buSzPts val="1400"/>
              <a:buNone/>
            </a:pPr>
            <a:endParaRPr dirty="0"/>
          </a:p>
        </p:txBody>
      </p:sp>
      <p:grpSp>
        <p:nvGrpSpPr>
          <p:cNvPr id="1005" name="Google Shape;1005;p3"/>
          <p:cNvGrpSpPr/>
          <p:nvPr/>
        </p:nvGrpSpPr>
        <p:grpSpPr>
          <a:xfrm>
            <a:off x="1357045" y="2949667"/>
            <a:ext cx="3345584" cy="915402"/>
            <a:chOff x="2658741" y="4097347"/>
            <a:chExt cx="1304609" cy="294074"/>
          </a:xfrm>
        </p:grpSpPr>
        <p:grpSp>
          <p:nvGrpSpPr>
            <p:cNvPr id="1006" name="Google Shape;1006;p3"/>
            <p:cNvGrpSpPr/>
            <p:nvPr/>
          </p:nvGrpSpPr>
          <p:grpSpPr>
            <a:xfrm>
              <a:off x="2658741" y="4097347"/>
              <a:ext cx="118572" cy="294074"/>
              <a:chOff x="3343310" y="4475555"/>
              <a:chExt cx="127717" cy="316753"/>
            </a:xfrm>
          </p:grpSpPr>
          <p:sp>
            <p:nvSpPr>
              <p:cNvPr id="1007" name="Google Shape;1007;p3"/>
              <p:cNvSpPr/>
              <p:nvPr/>
            </p:nvSpPr>
            <p:spPr>
              <a:xfrm>
                <a:off x="3343310" y="4535967"/>
                <a:ext cx="127717" cy="256341"/>
              </a:xfrm>
              <a:custGeom>
                <a:avLst/>
                <a:gdLst/>
                <a:ahLst/>
                <a:cxnLst/>
                <a:rect l="l" t="t" r="r" b="b"/>
                <a:pathLst>
                  <a:path w="77995" h="156544" extrusionOk="0">
                    <a:moveTo>
                      <a:pt x="18496" y="1"/>
                    </a:moveTo>
                    <a:cubicBezTo>
                      <a:pt x="8514" y="1"/>
                      <a:pt x="359" y="8123"/>
                      <a:pt x="327" y="18105"/>
                    </a:cubicBezTo>
                    <a:lnTo>
                      <a:pt x="33" y="74537"/>
                    </a:lnTo>
                    <a:cubicBezTo>
                      <a:pt x="0" y="78778"/>
                      <a:pt x="3425" y="82235"/>
                      <a:pt x="7666" y="82268"/>
                    </a:cubicBezTo>
                    <a:lnTo>
                      <a:pt x="7731" y="82268"/>
                    </a:lnTo>
                    <a:cubicBezTo>
                      <a:pt x="11939" y="82268"/>
                      <a:pt x="15364" y="78843"/>
                      <a:pt x="15397" y="74635"/>
                    </a:cubicBezTo>
                    <a:lnTo>
                      <a:pt x="15691" y="18170"/>
                    </a:lnTo>
                    <a:cubicBezTo>
                      <a:pt x="15691" y="17341"/>
                      <a:pt x="16344" y="16668"/>
                      <a:pt x="17166" y="16668"/>
                    </a:cubicBezTo>
                    <a:cubicBezTo>
                      <a:pt x="17185" y="16668"/>
                      <a:pt x="17204" y="16669"/>
                      <a:pt x="17224" y="16669"/>
                    </a:cubicBezTo>
                    <a:cubicBezTo>
                      <a:pt x="18039" y="16669"/>
                      <a:pt x="18724" y="17355"/>
                      <a:pt x="18724" y="18170"/>
                    </a:cubicBezTo>
                    <a:lnTo>
                      <a:pt x="18724" y="147345"/>
                    </a:lnTo>
                    <a:cubicBezTo>
                      <a:pt x="18724" y="152433"/>
                      <a:pt x="22867" y="156543"/>
                      <a:pt x="27956" y="156543"/>
                    </a:cubicBezTo>
                    <a:cubicBezTo>
                      <a:pt x="33044" y="156543"/>
                      <a:pt x="37187" y="152433"/>
                      <a:pt x="37187" y="147345"/>
                    </a:cubicBezTo>
                    <a:lnTo>
                      <a:pt x="37187" y="73656"/>
                    </a:lnTo>
                    <a:lnTo>
                      <a:pt x="41167" y="73656"/>
                    </a:lnTo>
                    <a:lnTo>
                      <a:pt x="41167" y="147345"/>
                    </a:lnTo>
                    <a:cubicBezTo>
                      <a:pt x="41167" y="152433"/>
                      <a:pt x="45277" y="156543"/>
                      <a:pt x="50365" y="156543"/>
                    </a:cubicBezTo>
                    <a:cubicBezTo>
                      <a:pt x="55454" y="156543"/>
                      <a:pt x="59597" y="152433"/>
                      <a:pt x="59597" y="147345"/>
                    </a:cubicBezTo>
                    <a:cubicBezTo>
                      <a:pt x="59597" y="25477"/>
                      <a:pt x="59434" y="95153"/>
                      <a:pt x="59434" y="18300"/>
                    </a:cubicBezTo>
                    <a:cubicBezTo>
                      <a:pt x="59434" y="17420"/>
                      <a:pt x="60119" y="16702"/>
                      <a:pt x="60967" y="16669"/>
                    </a:cubicBezTo>
                    <a:cubicBezTo>
                      <a:pt x="60988" y="16669"/>
                      <a:pt x="61009" y="16668"/>
                      <a:pt x="61030" y="16668"/>
                    </a:cubicBezTo>
                    <a:cubicBezTo>
                      <a:pt x="61882" y="16668"/>
                      <a:pt x="62567" y="17310"/>
                      <a:pt x="62631" y="18170"/>
                    </a:cubicBezTo>
                    <a:lnTo>
                      <a:pt x="62598" y="74570"/>
                    </a:lnTo>
                    <a:cubicBezTo>
                      <a:pt x="62598" y="78810"/>
                      <a:pt x="66023" y="82268"/>
                      <a:pt x="70264" y="82268"/>
                    </a:cubicBezTo>
                    <a:cubicBezTo>
                      <a:pt x="74504" y="82268"/>
                      <a:pt x="77962" y="78843"/>
                      <a:pt x="77962" y="74602"/>
                    </a:cubicBezTo>
                    <a:lnTo>
                      <a:pt x="77994" y="18137"/>
                    </a:lnTo>
                    <a:cubicBezTo>
                      <a:pt x="77994" y="18137"/>
                      <a:pt x="77994" y="18105"/>
                      <a:pt x="77994" y="18105"/>
                    </a:cubicBezTo>
                    <a:cubicBezTo>
                      <a:pt x="77962" y="8123"/>
                      <a:pt x="69807" y="1"/>
                      <a:pt x="59825" y="1"/>
                    </a:cubicBezTo>
                    <a:close/>
                  </a:path>
                </a:pathLst>
              </a:custGeom>
              <a:solidFill>
                <a:srgbClr val="0371B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8" name="Google Shape;1008;p3"/>
              <p:cNvSpPr/>
              <p:nvPr/>
            </p:nvSpPr>
            <p:spPr>
              <a:xfrm>
                <a:off x="3381341" y="4475555"/>
                <a:ext cx="52189" cy="52135"/>
              </a:xfrm>
              <a:custGeom>
                <a:avLst/>
                <a:gdLst/>
                <a:ahLst/>
                <a:cxnLst/>
                <a:rect l="l" t="t" r="r" b="b"/>
                <a:pathLst>
                  <a:path w="31871" h="31838" extrusionOk="0">
                    <a:moveTo>
                      <a:pt x="15952" y="1"/>
                    </a:moveTo>
                    <a:cubicBezTo>
                      <a:pt x="7144" y="1"/>
                      <a:pt x="1" y="7112"/>
                      <a:pt x="1" y="15919"/>
                    </a:cubicBezTo>
                    <a:cubicBezTo>
                      <a:pt x="1" y="24694"/>
                      <a:pt x="7144" y="31838"/>
                      <a:pt x="15952" y="31838"/>
                    </a:cubicBezTo>
                    <a:cubicBezTo>
                      <a:pt x="24727" y="31838"/>
                      <a:pt x="31870" y="24694"/>
                      <a:pt x="31870" y="15919"/>
                    </a:cubicBezTo>
                    <a:cubicBezTo>
                      <a:pt x="31870" y="7112"/>
                      <a:pt x="24727" y="1"/>
                      <a:pt x="15952" y="1"/>
                    </a:cubicBezTo>
                    <a:close/>
                  </a:path>
                </a:pathLst>
              </a:custGeom>
              <a:solidFill>
                <a:srgbClr val="0371B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009" name="Google Shape;1009;p3"/>
            <p:cNvGrpSpPr/>
            <p:nvPr/>
          </p:nvGrpSpPr>
          <p:grpSpPr>
            <a:xfrm>
              <a:off x="3815519" y="4098388"/>
              <a:ext cx="147831" cy="291991"/>
              <a:chOff x="3527539" y="4476677"/>
              <a:chExt cx="159232" cy="314510"/>
            </a:xfrm>
          </p:grpSpPr>
          <p:sp>
            <p:nvSpPr>
              <p:cNvPr id="1010" name="Google Shape;1010;p3"/>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solidFill>
                <a:srgbClr val="0371B5"/>
              </a:solid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1" name="Google Shape;1011;p3"/>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solidFill>
                <a:srgbClr val="0371B5"/>
              </a:solid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012" name="Google Shape;1012;p3"/>
            <p:cNvGrpSpPr/>
            <p:nvPr/>
          </p:nvGrpSpPr>
          <p:grpSpPr>
            <a:xfrm>
              <a:off x="3511696" y="4098388"/>
              <a:ext cx="147831" cy="291991"/>
              <a:chOff x="3527539" y="4476677"/>
              <a:chExt cx="159232" cy="314510"/>
            </a:xfrm>
          </p:grpSpPr>
          <p:sp>
            <p:nvSpPr>
              <p:cNvPr id="1013" name="Google Shape;1013;p3"/>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solidFill>
                <a:srgbClr val="0371B5"/>
              </a:solid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4" name="Google Shape;1014;p3"/>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solidFill>
                <a:srgbClr val="0371B5"/>
              </a:solid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015" name="Google Shape;1015;p3"/>
            <p:cNvGrpSpPr/>
            <p:nvPr/>
          </p:nvGrpSpPr>
          <p:grpSpPr>
            <a:xfrm>
              <a:off x="3207874" y="4098388"/>
              <a:ext cx="147831" cy="291991"/>
              <a:chOff x="3527539" y="4476677"/>
              <a:chExt cx="159232" cy="314510"/>
            </a:xfrm>
          </p:grpSpPr>
          <p:sp>
            <p:nvSpPr>
              <p:cNvPr id="1016" name="Google Shape;1016;p3"/>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solidFill>
                <a:srgbClr val="0371B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7" name="Google Shape;1017;p3"/>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solidFill>
                <a:srgbClr val="0371B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018" name="Google Shape;1018;p3"/>
            <p:cNvGrpSpPr/>
            <p:nvPr/>
          </p:nvGrpSpPr>
          <p:grpSpPr>
            <a:xfrm>
              <a:off x="2933305" y="4097347"/>
              <a:ext cx="118572" cy="294074"/>
              <a:chOff x="3343310" y="4475555"/>
              <a:chExt cx="127717" cy="316753"/>
            </a:xfrm>
          </p:grpSpPr>
          <p:sp>
            <p:nvSpPr>
              <p:cNvPr id="1019" name="Google Shape;1019;p3"/>
              <p:cNvSpPr/>
              <p:nvPr/>
            </p:nvSpPr>
            <p:spPr>
              <a:xfrm>
                <a:off x="3343310" y="4535967"/>
                <a:ext cx="127717" cy="256341"/>
              </a:xfrm>
              <a:custGeom>
                <a:avLst/>
                <a:gdLst/>
                <a:ahLst/>
                <a:cxnLst/>
                <a:rect l="l" t="t" r="r" b="b"/>
                <a:pathLst>
                  <a:path w="77995" h="156544" extrusionOk="0">
                    <a:moveTo>
                      <a:pt x="18496" y="1"/>
                    </a:moveTo>
                    <a:cubicBezTo>
                      <a:pt x="8514" y="1"/>
                      <a:pt x="359" y="8123"/>
                      <a:pt x="327" y="18105"/>
                    </a:cubicBezTo>
                    <a:lnTo>
                      <a:pt x="33" y="74537"/>
                    </a:lnTo>
                    <a:cubicBezTo>
                      <a:pt x="0" y="78778"/>
                      <a:pt x="3425" y="82235"/>
                      <a:pt x="7666" y="82268"/>
                    </a:cubicBezTo>
                    <a:lnTo>
                      <a:pt x="7731" y="82268"/>
                    </a:lnTo>
                    <a:cubicBezTo>
                      <a:pt x="11939" y="82268"/>
                      <a:pt x="15364" y="78843"/>
                      <a:pt x="15397" y="74635"/>
                    </a:cubicBezTo>
                    <a:lnTo>
                      <a:pt x="15691" y="18170"/>
                    </a:lnTo>
                    <a:cubicBezTo>
                      <a:pt x="15691" y="17341"/>
                      <a:pt x="16344" y="16668"/>
                      <a:pt x="17166" y="16668"/>
                    </a:cubicBezTo>
                    <a:cubicBezTo>
                      <a:pt x="17185" y="16668"/>
                      <a:pt x="17204" y="16669"/>
                      <a:pt x="17224" y="16669"/>
                    </a:cubicBezTo>
                    <a:cubicBezTo>
                      <a:pt x="18039" y="16669"/>
                      <a:pt x="18724" y="17355"/>
                      <a:pt x="18724" y="18170"/>
                    </a:cubicBezTo>
                    <a:lnTo>
                      <a:pt x="18724" y="147345"/>
                    </a:lnTo>
                    <a:cubicBezTo>
                      <a:pt x="18724" y="152433"/>
                      <a:pt x="22867" y="156543"/>
                      <a:pt x="27956" y="156543"/>
                    </a:cubicBezTo>
                    <a:cubicBezTo>
                      <a:pt x="33044" y="156543"/>
                      <a:pt x="37187" y="152433"/>
                      <a:pt x="37187" y="147345"/>
                    </a:cubicBezTo>
                    <a:lnTo>
                      <a:pt x="37187" y="73656"/>
                    </a:lnTo>
                    <a:lnTo>
                      <a:pt x="41167" y="73656"/>
                    </a:lnTo>
                    <a:lnTo>
                      <a:pt x="41167" y="147345"/>
                    </a:lnTo>
                    <a:cubicBezTo>
                      <a:pt x="41167" y="152433"/>
                      <a:pt x="45277" y="156543"/>
                      <a:pt x="50365" y="156543"/>
                    </a:cubicBezTo>
                    <a:cubicBezTo>
                      <a:pt x="55454" y="156543"/>
                      <a:pt x="59597" y="152433"/>
                      <a:pt x="59597" y="147345"/>
                    </a:cubicBezTo>
                    <a:cubicBezTo>
                      <a:pt x="59597" y="25477"/>
                      <a:pt x="59434" y="95153"/>
                      <a:pt x="59434" y="18300"/>
                    </a:cubicBezTo>
                    <a:cubicBezTo>
                      <a:pt x="59434" y="17420"/>
                      <a:pt x="60119" y="16702"/>
                      <a:pt x="60967" y="16669"/>
                    </a:cubicBezTo>
                    <a:cubicBezTo>
                      <a:pt x="60988" y="16669"/>
                      <a:pt x="61009" y="16668"/>
                      <a:pt x="61030" y="16668"/>
                    </a:cubicBezTo>
                    <a:cubicBezTo>
                      <a:pt x="61882" y="16668"/>
                      <a:pt x="62567" y="17310"/>
                      <a:pt x="62631" y="18170"/>
                    </a:cubicBezTo>
                    <a:lnTo>
                      <a:pt x="62598" y="74570"/>
                    </a:lnTo>
                    <a:cubicBezTo>
                      <a:pt x="62598" y="78810"/>
                      <a:pt x="66023" y="82268"/>
                      <a:pt x="70264" y="82268"/>
                    </a:cubicBezTo>
                    <a:cubicBezTo>
                      <a:pt x="74504" y="82268"/>
                      <a:pt x="77962" y="78843"/>
                      <a:pt x="77962" y="74602"/>
                    </a:cubicBezTo>
                    <a:lnTo>
                      <a:pt x="77994" y="18137"/>
                    </a:lnTo>
                    <a:cubicBezTo>
                      <a:pt x="77994" y="18137"/>
                      <a:pt x="77994" y="18105"/>
                      <a:pt x="77994" y="18105"/>
                    </a:cubicBezTo>
                    <a:cubicBezTo>
                      <a:pt x="77962" y="8123"/>
                      <a:pt x="69807" y="1"/>
                      <a:pt x="59825" y="1"/>
                    </a:cubicBezTo>
                    <a:close/>
                  </a:path>
                </a:pathLst>
              </a:custGeom>
              <a:solidFill>
                <a:srgbClr val="0371B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0" name="Google Shape;1020;p3"/>
              <p:cNvSpPr/>
              <p:nvPr/>
            </p:nvSpPr>
            <p:spPr>
              <a:xfrm>
                <a:off x="3381341" y="4475555"/>
                <a:ext cx="52189" cy="52135"/>
              </a:xfrm>
              <a:custGeom>
                <a:avLst/>
                <a:gdLst/>
                <a:ahLst/>
                <a:cxnLst/>
                <a:rect l="l" t="t" r="r" b="b"/>
                <a:pathLst>
                  <a:path w="31871" h="31838" extrusionOk="0">
                    <a:moveTo>
                      <a:pt x="15952" y="1"/>
                    </a:moveTo>
                    <a:cubicBezTo>
                      <a:pt x="7144" y="1"/>
                      <a:pt x="1" y="7112"/>
                      <a:pt x="1" y="15919"/>
                    </a:cubicBezTo>
                    <a:cubicBezTo>
                      <a:pt x="1" y="24694"/>
                      <a:pt x="7144" y="31838"/>
                      <a:pt x="15952" y="31838"/>
                    </a:cubicBezTo>
                    <a:cubicBezTo>
                      <a:pt x="24727" y="31838"/>
                      <a:pt x="31870" y="24694"/>
                      <a:pt x="31870" y="15919"/>
                    </a:cubicBezTo>
                    <a:cubicBezTo>
                      <a:pt x="31870" y="7112"/>
                      <a:pt x="24727" y="1"/>
                      <a:pt x="15952" y="1"/>
                    </a:cubicBezTo>
                    <a:close/>
                  </a:path>
                </a:pathLst>
              </a:custGeom>
              <a:solidFill>
                <a:srgbClr val="0371B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aphicFrame>
        <p:nvGraphicFramePr>
          <p:cNvPr id="1021" name="Google Shape;1021;p3"/>
          <p:cNvGraphicFramePr/>
          <p:nvPr/>
        </p:nvGraphicFramePr>
        <p:xfrm>
          <a:off x="5102660" y="1667624"/>
          <a:ext cx="3236130" cy="27968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25"/>
        <p:cNvGrpSpPr/>
        <p:nvPr/>
      </p:nvGrpSpPr>
      <p:grpSpPr>
        <a:xfrm>
          <a:off x="0" y="0"/>
          <a:ext cx="0" cy="0"/>
          <a:chOff x="0" y="0"/>
          <a:chExt cx="0" cy="0"/>
        </a:xfrm>
      </p:grpSpPr>
      <p:sp>
        <p:nvSpPr>
          <p:cNvPr id="1026" name="Google Shape;1026;p4"/>
          <p:cNvSpPr txBox="1">
            <a:spLocks noGrp="1"/>
          </p:cNvSpPr>
          <p:nvPr>
            <p:ph type="title"/>
          </p:nvPr>
        </p:nvSpPr>
        <p:spPr>
          <a:xfrm>
            <a:off x="1203833" y="714614"/>
            <a:ext cx="6721596" cy="64546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200"/>
              <a:buNone/>
            </a:pPr>
            <a:r>
              <a:rPr lang="en" dirty="0"/>
              <a:t>Demographics </a:t>
            </a:r>
            <a:r>
              <a:rPr lang="en" b="0" dirty="0"/>
              <a:t>divided by </a:t>
            </a:r>
            <a:r>
              <a:rPr lang="en" b="0" dirty="0">
                <a:solidFill>
                  <a:srgbClr val="FF0000"/>
                </a:solidFill>
              </a:rPr>
              <a:t>Age</a:t>
            </a:r>
            <a:endParaRPr b="0" dirty="0">
              <a:solidFill>
                <a:srgbClr val="FF0000"/>
              </a:solidFill>
            </a:endParaRPr>
          </a:p>
        </p:txBody>
      </p:sp>
      <p:graphicFrame>
        <p:nvGraphicFramePr>
          <p:cNvPr id="1027" name="Google Shape;1027;p4"/>
          <p:cNvGraphicFramePr/>
          <p:nvPr>
            <p:extLst>
              <p:ext uri="{D42A27DB-BD31-4B8C-83A1-F6EECF244321}">
                <p14:modId xmlns:p14="http://schemas.microsoft.com/office/powerpoint/2010/main" val="1314635782"/>
              </p:ext>
            </p:extLst>
          </p:nvPr>
        </p:nvGraphicFramePr>
        <p:xfrm>
          <a:off x="1203833" y="1360074"/>
          <a:ext cx="6257365" cy="3128416"/>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1"/>
        <p:cNvGrpSpPr/>
        <p:nvPr/>
      </p:nvGrpSpPr>
      <p:grpSpPr>
        <a:xfrm>
          <a:off x="0" y="0"/>
          <a:ext cx="0" cy="0"/>
          <a:chOff x="0" y="0"/>
          <a:chExt cx="0" cy="0"/>
        </a:xfrm>
      </p:grpSpPr>
      <p:sp>
        <p:nvSpPr>
          <p:cNvPr id="1032" name="Google Shape;1032;p5"/>
          <p:cNvSpPr txBox="1">
            <a:spLocks noGrp="1"/>
          </p:cNvSpPr>
          <p:nvPr>
            <p:ph type="title"/>
          </p:nvPr>
        </p:nvSpPr>
        <p:spPr>
          <a:xfrm>
            <a:off x="720000" y="699246"/>
            <a:ext cx="7704000" cy="7223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200"/>
              <a:buNone/>
            </a:pPr>
            <a:r>
              <a:rPr lang="en" dirty="0"/>
              <a:t>Demographics of </a:t>
            </a:r>
            <a:r>
              <a:rPr lang="en" sz="2800" b="0" dirty="0">
                <a:solidFill>
                  <a:srgbClr val="C00000"/>
                </a:solidFill>
              </a:rPr>
              <a:t>Qualification Status</a:t>
            </a:r>
            <a:endParaRPr sz="2800" b="0" dirty="0">
              <a:solidFill>
                <a:srgbClr val="C00000"/>
              </a:solidFill>
            </a:endParaRPr>
          </a:p>
        </p:txBody>
      </p:sp>
      <p:sp>
        <p:nvSpPr>
          <p:cNvPr id="1033" name="Google Shape;1033;p5"/>
          <p:cNvSpPr txBox="1">
            <a:spLocks noGrp="1"/>
          </p:cNvSpPr>
          <p:nvPr>
            <p:ph type="subTitle" idx="2"/>
          </p:nvPr>
        </p:nvSpPr>
        <p:spPr>
          <a:xfrm>
            <a:off x="983556" y="1498386"/>
            <a:ext cx="3398519" cy="2528048"/>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SzPts val="1400"/>
              <a:buNone/>
            </a:pPr>
            <a:r>
              <a:rPr lang="en" sz="1800" b="1" dirty="0"/>
              <a:t>High School: 43.2%</a:t>
            </a:r>
            <a:endParaRPr sz="1800" b="1" dirty="0"/>
          </a:p>
          <a:p>
            <a:pPr marL="0" lvl="0" indent="0" algn="l" rtl="0">
              <a:lnSpc>
                <a:spcPct val="200000"/>
              </a:lnSpc>
              <a:spcBef>
                <a:spcPts val="0"/>
              </a:spcBef>
              <a:spcAft>
                <a:spcPts val="0"/>
              </a:spcAft>
              <a:buSzPts val="1400"/>
              <a:buNone/>
            </a:pPr>
            <a:r>
              <a:rPr lang="en" sz="1800" b="1" dirty="0"/>
              <a:t>Bachelor's degree: 47.9%</a:t>
            </a:r>
            <a:endParaRPr sz="1800" b="1" dirty="0"/>
          </a:p>
          <a:p>
            <a:pPr marL="0" lvl="0" indent="0" algn="l" rtl="0">
              <a:lnSpc>
                <a:spcPct val="200000"/>
              </a:lnSpc>
              <a:spcBef>
                <a:spcPts val="0"/>
              </a:spcBef>
              <a:spcAft>
                <a:spcPts val="0"/>
              </a:spcAft>
              <a:buSzPts val="1400"/>
              <a:buNone/>
            </a:pPr>
            <a:r>
              <a:rPr lang="en" sz="1800" b="1" dirty="0"/>
              <a:t>Master's degree: 7.8%</a:t>
            </a:r>
            <a:endParaRPr sz="1800" b="1" dirty="0"/>
          </a:p>
          <a:p>
            <a:pPr marL="0" lvl="0" indent="0" algn="l" rtl="0">
              <a:lnSpc>
                <a:spcPct val="200000"/>
              </a:lnSpc>
              <a:spcBef>
                <a:spcPts val="0"/>
              </a:spcBef>
              <a:spcAft>
                <a:spcPts val="0"/>
              </a:spcAft>
              <a:buSzPts val="1400"/>
              <a:buNone/>
            </a:pPr>
            <a:r>
              <a:rPr lang="en" sz="1800" b="1" dirty="0"/>
              <a:t>PhD or higher: 1%</a:t>
            </a:r>
            <a:endParaRPr sz="1800" b="1" dirty="0"/>
          </a:p>
          <a:p>
            <a:pPr marL="0" lvl="0" indent="0" algn="l" rtl="0">
              <a:lnSpc>
                <a:spcPct val="115000"/>
              </a:lnSpc>
              <a:spcBef>
                <a:spcPts val="0"/>
              </a:spcBef>
              <a:spcAft>
                <a:spcPts val="0"/>
              </a:spcAft>
              <a:buSzPts val="1400"/>
              <a:buNone/>
            </a:pPr>
            <a:endParaRPr sz="1800" b="1" dirty="0"/>
          </a:p>
        </p:txBody>
      </p:sp>
      <p:graphicFrame>
        <p:nvGraphicFramePr>
          <p:cNvPr id="1034" name="Google Shape;1034;p5"/>
          <p:cNvGraphicFramePr/>
          <p:nvPr/>
        </p:nvGraphicFramePr>
        <p:xfrm>
          <a:off x="5009989" y="1498386"/>
          <a:ext cx="3244277" cy="2866086"/>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38"/>
        <p:cNvGrpSpPr/>
        <p:nvPr/>
      </p:nvGrpSpPr>
      <p:grpSpPr>
        <a:xfrm>
          <a:off x="0" y="0"/>
          <a:ext cx="0" cy="0"/>
          <a:chOff x="0" y="0"/>
          <a:chExt cx="0" cy="0"/>
        </a:xfrm>
      </p:grpSpPr>
      <p:sp>
        <p:nvSpPr>
          <p:cNvPr id="1039" name="Google Shape;1039;p6"/>
          <p:cNvSpPr txBox="1">
            <a:spLocks noGrp="1"/>
          </p:cNvSpPr>
          <p:nvPr>
            <p:ph type="title"/>
          </p:nvPr>
        </p:nvSpPr>
        <p:spPr>
          <a:xfrm>
            <a:off x="589370" y="998923"/>
            <a:ext cx="7811576" cy="806823"/>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200"/>
              <a:buNone/>
            </a:pPr>
            <a:r>
              <a:rPr lang="en"/>
              <a:t>Observation # 1</a:t>
            </a:r>
            <a:endParaRPr/>
          </a:p>
        </p:txBody>
      </p:sp>
      <p:sp>
        <p:nvSpPr>
          <p:cNvPr id="1040" name="Google Shape;1040;p6"/>
          <p:cNvSpPr txBox="1">
            <a:spLocks noGrp="1"/>
          </p:cNvSpPr>
          <p:nvPr>
            <p:ph type="subTitle" idx="2"/>
          </p:nvPr>
        </p:nvSpPr>
        <p:spPr>
          <a:xfrm>
            <a:off x="827577" y="1675119"/>
            <a:ext cx="7573370" cy="2674045"/>
          </a:xfrm>
          <a:prstGeom prst="rect">
            <a:avLst/>
          </a:prstGeom>
          <a:noFill/>
          <a:ln>
            <a:noFill/>
          </a:ln>
        </p:spPr>
        <p:txBody>
          <a:bodyPr spcFirstLastPara="1" wrap="square" lIns="91425" tIns="91425" rIns="91425" bIns="91425" anchor="t" anchorCtr="0">
            <a:noAutofit/>
          </a:bodyPr>
          <a:lstStyle/>
          <a:p>
            <a:pPr marL="285750" lvl="0" indent="-285750" algn="l" rtl="0">
              <a:lnSpc>
                <a:spcPct val="115000"/>
              </a:lnSpc>
              <a:spcBef>
                <a:spcPts val="0"/>
              </a:spcBef>
              <a:spcAft>
                <a:spcPts val="0"/>
              </a:spcAft>
              <a:buSzPts val="1400"/>
              <a:buFont typeface="Noto Sans Symbols"/>
              <a:buChar char="❑"/>
            </a:pPr>
            <a:r>
              <a:rPr lang="en" sz="1800" b="1" dirty="0">
                <a:solidFill>
                  <a:srgbClr val="C00000"/>
                </a:solidFill>
              </a:rPr>
              <a:t>Have you ever considered emigrating from Pakistan?</a:t>
            </a:r>
            <a:endParaRPr dirty="0"/>
          </a:p>
          <a:p>
            <a:pPr marL="285750" lvl="0" indent="-285750" algn="l" rtl="0">
              <a:lnSpc>
                <a:spcPct val="115000"/>
              </a:lnSpc>
              <a:spcBef>
                <a:spcPts val="0"/>
              </a:spcBef>
              <a:spcAft>
                <a:spcPts val="0"/>
              </a:spcAft>
              <a:buSzPts val="1400"/>
              <a:buFont typeface="Arial"/>
              <a:buChar char="•"/>
            </a:pPr>
            <a:r>
              <a:rPr lang="en" sz="2000" dirty="0"/>
              <a:t>Sample size : </a:t>
            </a:r>
            <a:r>
              <a:rPr lang="en" sz="2000" dirty="0">
                <a:solidFill>
                  <a:srgbClr val="C00000"/>
                </a:solidFill>
              </a:rPr>
              <a:t>200</a:t>
            </a:r>
            <a:endParaRPr dirty="0"/>
          </a:p>
          <a:p>
            <a:pPr marL="285750" lvl="0" indent="-285750" algn="l" rtl="0">
              <a:lnSpc>
                <a:spcPct val="115000"/>
              </a:lnSpc>
              <a:spcBef>
                <a:spcPts val="0"/>
              </a:spcBef>
              <a:spcAft>
                <a:spcPts val="0"/>
              </a:spcAft>
              <a:buSzPts val="1400"/>
              <a:buFont typeface="Arial"/>
              <a:buChar char="•"/>
            </a:pPr>
            <a:r>
              <a:rPr lang="en" sz="2000" dirty="0"/>
              <a:t>Sampling Technique: </a:t>
            </a:r>
            <a:r>
              <a:rPr lang="en" sz="2000" dirty="0">
                <a:solidFill>
                  <a:srgbClr val="C00000"/>
                </a:solidFill>
              </a:rPr>
              <a:t>z distribution, confidence interval</a:t>
            </a:r>
            <a:endParaRPr sz="2000" dirty="0">
              <a:solidFill>
                <a:srgbClr val="C00000"/>
              </a:solidFill>
            </a:endParaRPr>
          </a:p>
          <a:p>
            <a:pPr marL="285750" lvl="0" indent="-196850" algn="l" rtl="0">
              <a:lnSpc>
                <a:spcPct val="115000"/>
              </a:lnSpc>
              <a:spcBef>
                <a:spcPts val="0"/>
              </a:spcBef>
              <a:spcAft>
                <a:spcPts val="0"/>
              </a:spcAft>
              <a:buSzPts val="1400"/>
              <a:buFont typeface="Arial"/>
              <a:buNone/>
            </a:pPr>
            <a:endParaRPr sz="1800" b="1" dirty="0">
              <a:solidFill>
                <a:srgbClr val="C00000"/>
              </a:solidFill>
            </a:endParaRPr>
          </a:p>
          <a:p>
            <a:pPr marL="0" lvl="0" indent="0" algn="l" rtl="0">
              <a:lnSpc>
                <a:spcPct val="115000"/>
              </a:lnSpc>
              <a:spcBef>
                <a:spcPts val="0"/>
              </a:spcBef>
              <a:spcAft>
                <a:spcPts val="0"/>
              </a:spcAft>
              <a:buSzPts val="1400"/>
              <a:buNone/>
            </a:pPr>
            <a:r>
              <a:rPr lang="en" sz="1800" b="1" dirty="0">
                <a:solidFill>
                  <a:srgbClr val="00004F"/>
                </a:solidFill>
              </a:rPr>
              <a:t>Results (95% Confidence Interval)</a:t>
            </a:r>
            <a:endParaRPr dirty="0"/>
          </a:p>
          <a:p>
            <a:pPr marL="285750" lvl="0" indent="-285750" algn="l" rtl="0">
              <a:lnSpc>
                <a:spcPct val="115000"/>
              </a:lnSpc>
              <a:spcBef>
                <a:spcPts val="0"/>
              </a:spcBef>
              <a:spcAft>
                <a:spcPts val="0"/>
              </a:spcAft>
              <a:buSzPts val="1400"/>
              <a:buFont typeface="Arial"/>
              <a:buChar char="•"/>
            </a:pPr>
            <a:r>
              <a:rPr lang="en" sz="2000" dirty="0">
                <a:solidFill>
                  <a:srgbClr val="00004F"/>
                </a:solidFill>
              </a:rPr>
              <a:t>0.6948 &lt; proportion of people want to emigrate &lt; 0.8152</a:t>
            </a:r>
            <a:endParaRPr dirty="0"/>
          </a:p>
          <a:p>
            <a:pPr marL="285750" lvl="0" indent="-196850" algn="l" rtl="0">
              <a:lnSpc>
                <a:spcPct val="115000"/>
              </a:lnSpc>
              <a:spcBef>
                <a:spcPts val="0"/>
              </a:spcBef>
              <a:spcAft>
                <a:spcPts val="0"/>
              </a:spcAft>
              <a:buSzPts val="1400"/>
              <a:buFont typeface="Arial"/>
              <a:buNone/>
            </a:pPr>
            <a:endParaRPr sz="2000" dirty="0">
              <a:solidFill>
                <a:srgbClr val="00004F"/>
              </a:solidFill>
            </a:endParaRPr>
          </a:p>
          <a:p>
            <a:pPr marL="0" lvl="0" indent="0" algn="l" rtl="0">
              <a:lnSpc>
                <a:spcPct val="115000"/>
              </a:lnSpc>
              <a:spcBef>
                <a:spcPts val="0"/>
              </a:spcBef>
              <a:spcAft>
                <a:spcPts val="0"/>
              </a:spcAft>
              <a:buSzPts val="1400"/>
              <a:buNone/>
            </a:pPr>
            <a:endParaRPr sz="2000" b="1" dirty="0">
              <a:solidFill>
                <a:srgbClr val="00004F"/>
              </a:solidFill>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44"/>
        <p:cNvGrpSpPr/>
        <p:nvPr/>
      </p:nvGrpSpPr>
      <p:grpSpPr>
        <a:xfrm>
          <a:off x="0" y="0"/>
          <a:ext cx="0" cy="0"/>
          <a:chOff x="0" y="0"/>
          <a:chExt cx="0" cy="0"/>
        </a:xfrm>
      </p:grpSpPr>
      <p:sp>
        <p:nvSpPr>
          <p:cNvPr id="1045" name="Google Shape;1045;p7"/>
          <p:cNvSpPr txBox="1">
            <a:spLocks noGrp="1"/>
          </p:cNvSpPr>
          <p:nvPr>
            <p:ph type="title"/>
          </p:nvPr>
        </p:nvSpPr>
        <p:spPr>
          <a:xfrm>
            <a:off x="827575" y="998925"/>
            <a:ext cx="7573500" cy="806700"/>
          </a:xfrm>
          <a:prstGeom prst="rect">
            <a:avLst/>
          </a:prstGeom>
          <a:noFill/>
          <a:ln>
            <a:noFill/>
          </a:ln>
        </p:spPr>
        <p:txBody>
          <a:bodyPr spcFirstLastPara="1" wrap="square" lIns="91425" tIns="91425" rIns="91425" bIns="91425" anchor="t" anchorCtr="0">
            <a:noAutofit/>
          </a:bodyPr>
          <a:lstStyle/>
          <a:p>
            <a:pPr marL="285750" lvl="0" indent="-311150" algn="l" rtl="0">
              <a:lnSpc>
                <a:spcPct val="115000"/>
              </a:lnSpc>
              <a:spcBef>
                <a:spcPts val="0"/>
              </a:spcBef>
              <a:spcAft>
                <a:spcPts val="0"/>
              </a:spcAft>
              <a:buSzPts val="1800"/>
              <a:buFont typeface="Noto Sans Symbols"/>
              <a:buChar char="❑"/>
            </a:pPr>
            <a:r>
              <a:rPr lang="en" sz="2200">
                <a:solidFill>
                  <a:srgbClr val="C00000"/>
                </a:solidFill>
                <a:latin typeface="Albert Sans"/>
                <a:ea typeface="Albert Sans"/>
                <a:cs typeface="Albert Sans"/>
                <a:sym typeface="Albert Sans"/>
              </a:rPr>
              <a:t>Have you ever considered emigrating from Pakistan?</a:t>
            </a:r>
            <a:endParaRPr sz="3600"/>
          </a:p>
        </p:txBody>
      </p:sp>
      <p:sp>
        <p:nvSpPr>
          <p:cNvPr id="1046" name="Google Shape;1046;p7"/>
          <p:cNvSpPr txBox="1">
            <a:spLocks noGrp="1"/>
          </p:cNvSpPr>
          <p:nvPr>
            <p:ph type="subTitle" idx="2"/>
          </p:nvPr>
        </p:nvSpPr>
        <p:spPr>
          <a:xfrm>
            <a:off x="827577" y="1944059"/>
            <a:ext cx="7573370" cy="2412788"/>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sz="2800" b="1" dirty="0">
                <a:solidFill>
                  <a:srgbClr val="00004F"/>
                </a:solidFill>
              </a:rPr>
              <a:t>Conclusion</a:t>
            </a:r>
            <a:endParaRPr dirty="0"/>
          </a:p>
          <a:p>
            <a:pPr marL="0" lvl="0" indent="0" algn="l" rtl="0">
              <a:lnSpc>
                <a:spcPct val="115000"/>
              </a:lnSpc>
              <a:spcBef>
                <a:spcPts val="0"/>
              </a:spcBef>
              <a:spcAft>
                <a:spcPts val="0"/>
              </a:spcAft>
              <a:buSzPts val="1400"/>
              <a:buNone/>
            </a:pPr>
            <a:r>
              <a:rPr lang="en" sz="1800" dirty="0"/>
              <a:t>The obtained 95% confidence interval (0.6948 to 0.8152) suggests a substantial level of interest in emigration among the population in Pakistan. This broad range implies that the true proportion of individuals considering emigration is likely to fall within this interval. </a:t>
            </a:r>
            <a:endParaRPr sz="2800" b="1" dirty="0">
              <a:solidFill>
                <a:srgbClr val="00004F"/>
              </a:solidFill>
            </a:endParaRPr>
          </a:p>
          <a:p>
            <a:pPr marL="342900" lvl="0" indent="-254000" algn="l" rtl="0">
              <a:lnSpc>
                <a:spcPct val="115000"/>
              </a:lnSpc>
              <a:spcBef>
                <a:spcPts val="0"/>
              </a:spcBef>
              <a:spcAft>
                <a:spcPts val="0"/>
              </a:spcAft>
              <a:buSzPts val="1400"/>
              <a:buFont typeface="Arial"/>
              <a:buNone/>
            </a:pPr>
            <a:endParaRPr sz="2800" b="1" dirty="0">
              <a:solidFill>
                <a:srgbClr val="00004F"/>
              </a:solidFill>
            </a:endParaRPr>
          </a:p>
          <a:p>
            <a:pPr marL="285750" lvl="0" indent="-196850" algn="l" rtl="0">
              <a:lnSpc>
                <a:spcPct val="115000"/>
              </a:lnSpc>
              <a:spcBef>
                <a:spcPts val="0"/>
              </a:spcBef>
              <a:spcAft>
                <a:spcPts val="0"/>
              </a:spcAft>
              <a:buSzPts val="1400"/>
              <a:buFont typeface="Arial"/>
              <a:buNone/>
            </a:pPr>
            <a:endParaRPr sz="2000" dirty="0">
              <a:solidFill>
                <a:srgbClr val="00004F"/>
              </a:solidFill>
            </a:endParaRPr>
          </a:p>
          <a:p>
            <a:pPr marL="0" lvl="0" indent="0" algn="l" rtl="0">
              <a:lnSpc>
                <a:spcPct val="115000"/>
              </a:lnSpc>
              <a:spcBef>
                <a:spcPts val="0"/>
              </a:spcBef>
              <a:spcAft>
                <a:spcPts val="0"/>
              </a:spcAft>
              <a:buSzPts val="1400"/>
              <a:buNone/>
            </a:pPr>
            <a:endParaRPr sz="2000" b="1" dirty="0">
              <a:solidFill>
                <a:srgbClr val="00004F"/>
              </a:solidFil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50"/>
        <p:cNvGrpSpPr/>
        <p:nvPr/>
      </p:nvGrpSpPr>
      <p:grpSpPr>
        <a:xfrm>
          <a:off x="0" y="0"/>
          <a:ext cx="0" cy="0"/>
          <a:chOff x="0" y="0"/>
          <a:chExt cx="0" cy="0"/>
        </a:xfrm>
      </p:grpSpPr>
      <p:sp>
        <p:nvSpPr>
          <p:cNvPr id="1051" name="Google Shape;1051;p8"/>
          <p:cNvSpPr txBox="1">
            <a:spLocks noGrp="1"/>
          </p:cNvSpPr>
          <p:nvPr>
            <p:ph type="title"/>
          </p:nvPr>
        </p:nvSpPr>
        <p:spPr>
          <a:xfrm>
            <a:off x="589370" y="683879"/>
            <a:ext cx="7811576" cy="630091"/>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200"/>
              <a:buNone/>
            </a:pPr>
            <a:r>
              <a:rPr lang="en"/>
              <a:t>Observation # 2</a:t>
            </a:r>
            <a:endParaRPr/>
          </a:p>
        </p:txBody>
      </p:sp>
      <p:sp>
        <p:nvSpPr>
          <p:cNvPr id="1052" name="Google Shape;1052;p8"/>
          <p:cNvSpPr txBox="1">
            <a:spLocks noGrp="1"/>
          </p:cNvSpPr>
          <p:nvPr>
            <p:ph type="subTitle" idx="2"/>
          </p:nvPr>
        </p:nvSpPr>
        <p:spPr>
          <a:xfrm>
            <a:off x="827576" y="1229445"/>
            <a:ext cx="7573500" cy="3106072"/>
          </a:xfrm>
          <a:prstGeom prst="rect">
            <a:avLst/>
          </a:prstGeom>
          <a:noFill/>
          <a:ln>
            <a:noFill/>
          </a:ln>
        </p:spPr>
        <p:txBody>
          <a:bodyPr spcFirstLastPara="1" wrap="square" lIns="91425" tIns="91425" rIns="91425" bIns="91425" anchor="t" anchorCtr="0">
            <a:noAutofit/>
          </a:bodyPr>
          <a:lstStyle/>
          <a:p>
            <a:pPr marL="342900" lvl="0" indent="-342900" algn="l" rtl="0">
              <a:lnSpc>
                <a:spcPct val="115000"/>
              </a:lnSpc>
              <a:spcBef>
                <a:spcPts val="0"/>
              </a:spcBef>
              <a:spcAft>
                <a:spcPts val="0"/>
              </a:spcAft>
              <a:buSzPts val="1400"/>
              <a:buFont typeface="Noto Sans Symbols"/>
              <a:buChar char="❑"/>
            </a:pPr>
            <a:r>
              <a:rPr lang="en" sz="2000" b="1" dirty="0">
                <a:solidFill>
                  <a:srgbClr val="C00000"/>
                </a:solidFill>
              </a:rPr>
              <a:t>People want to emigrate because of better career opportunities or Higher Education </a:t>
            </a:r>
            <a:endParaRPr dirty="0"/>
          </a:p>
          <a:p>
            <a:pPr marL="0" lvl="0" indent="0" algn="l" rtl="0">
              <a:lnSpc>
                <a:spcPct val="115000"/>
              </a:lnSpc>
              <a:spcBef>
                <a:spcPts val="0"/>
              </a:spcBef>
              <a:spcAft>
                <a:spcPts val="0"/>
              </a:spcAft>
              <a:buSzPts val="1400"/>
              <a:buNone/>
            </a:pPr>
            <a:r>
              <a:rPr lang="en" sz="2000" b="1" dirty="0">
                <a:solidFill>
                  <a:srgbClr val="00004F"/>
                </a:solidFill>
              </a:rPr>
              <a:t>H  : </a:t>
            </a:r>
            <a:r>
              <a:rPr lang="en" sz="1600" dirty="0">
                <a:solidFill>
                  <a:srgbClr val="00004F"/>
                </a:solidFill>
              </a:rPr>
              <a:t>Proportion of people want to emigrate for better career opportunities = proportion of people want to emigrate for higher education</a:t>
            </a:r>
            <a:endParaRPr sz="1600" dirty="0">
              <a:solidFill>
                <a:srgbClr val="00004F"/>
              </a:solidFill>
            </a:endParaRPr>
          </a:p>
          <a:p>
            <a:pPr marL="0" lvl="0" indent="0" algn="l" rtl="0">
              <a:lnSpc>
                <a:spcPct val="115000"/>
              </a:lnSpc>
              <a:spcBef>
                <a:spcPts val="0"/>
              </a:spcBef>
              <a:spcAft>
                <a:spcPts val="0"/>
              </a:spcAft>
              <a:buSzPts val="1400"/>
              <a:buNone/>
            </a:pPr>
            <a:r>
              <a:rPr lang="en" sz="2000" b="1" dirty="0">
                <a:solidFill>
                  <a:srgbClr val="00004F"/>
                </a:solidFill>
              </a:rPr>
              <a:t>H  : </a:t>
            </a:r>
            <a:r>
              <a:rPr lang="en" sz="1600" dirty="0">
                <a:solidFill>
                  <a:srgbClr val="00004F"/>
                </a:solidFill>
              </a:rPr>
              <a:t>P1&gt;P2</a:t>
            </a:r>
            <a:endParaRPr dirty="0"/>
          </a:p>
          <a:p>
            <a:pPr marL="0" lvl="0" indent="0" algn="l" rtl="0">
              <a:lnSpc>
                <a:spcPct val="150000"/>
              </a:lnSpc>
              <a:spcBef>
                <a:spcPts val="0"/>
              </a:spcBef>
              <a:spcAft>
                <a:spcPts val="0"/>
              </a:spcAft>
              <a:buSzPts val="1400"/>
              <a:buNone/>
            </a:pPr>
            <a:r>
              <a:rPr lang="en-US" sz="2000" b="1" dirty="0" smtClean="0">
                <a:solidFill>
                  <a:srgbClr val="00004F"/>
                </a:solidFill>
              </a:rPr>
              <a:t>Conclusion:</a:t>
            </a:r>
          </a:p>
          <a:p>
            <a:pPr marL="0" lvl="0" indent="0" algn="l">
              <a:lnSpc>
                <a:spcPct val="150000"/>
              </a:lnSpc>
            </a:pPr>
            <a:r>
              <a:rPr lang="en-US" sz="2000" dirty="0" smtClean="0">
                <a:solidFill>
                  <a:srgbClr val="00004F"/>
                </a:solidFill>
              </a:rPr>
              <a:t>After analysis we have came to conclusion that </a:t>
            </a:r>
            <a:r>
              <a:rPr lang="en" sz="2000" dirty="0" smtClean="0">
                <a:solidFill>
                  <a:srgbClr val="00004F"/>
                </a:solidFill>
              </a:rPr>
              <a:t>so </a:t>
            </a:r>
            <a:r>
              <a:rPr lang="en" sz="2000" dirty="0">
                <a:solidFill>
                  <a:srgbClr val="00004F"/>
                </a:solidFill>
              </a:rPr>
              <a:t>we </a:t>
            </a:r>
            <a:r>
              <a:rPr lang="en" sz="2000" b="1" dirty="0">
                <a:solidFill>
                  <a:srgbClr val="C00000"/>
                </a:solidFill>
              </a:rPr>
              <a:t>Reject</a:t>
            </a:r>
            <a:r>
              <a:rPr lang="en" sz="2000" b="1" dirty="0">
                <a:solidFill>
                  <a:srgbClr val="00004F"/>
                </a:solidFill>
              </a:rPr>
              <a:t> </a:t>
            </a:r>
            <a:r>
              <a:rPr lang="en" sz="2000" dirty="0">
                <a:solidFill>
                  <a:srgbClr val="00004F"/>
                </a:solidFill>
              </a:rPr>
              <a:t>our null </a:t>
            </a:r>
            <a:r>
              <a:rPr lang="en" sz="2000" dirty="0" smtClean="0">
                <a:solidFill>
                  <a:srgbClr val="00004F"/>
                </a:solidFill>
              </a:rPr>
              <a:t>hypothesis and </a:t>
            </a:r>
            <a:r>
              <a:rPr lang="en" sz="2000" b="1" dirty="0">
                <a:solidFill>
                  <a:srgbClr val="C00000"/>
                </a:solidFill>
              </a:rPr>
              <a:t>A</a:t>
            </a:r>
            <a:r>
              <a:rPr lang="en" sz="2000" b="1" dirty="0" smtClean="0">
                <a:solidFill>
                  <a:srgbClr val="C00000"/>
                </a:solidFill>
              </a:rPr>
              <a:t>ccepts</a:t>
            </a:r>
            <a:r>
              <a:rPr lang="en" sz="2000" dirty="0" smtClean="0">
                <a:solidFill>
                  <a:srgbClr val="00004F"/>
                </a:solidFill>
              </a:rPr>
              <a:t> our alternative hypothesis</a:t>
            </a:r>
            <a:r>
              <a:rPr lang="en" sz="1800" dirty="0" smtClean="0">
                <a:solidFill>
                  <a:srgbClr val="00004F"/>
                </a:solidFill>
              </a:rPr>
              <a:t>.</a:t>
            </a:r>
            <a:endParaRPr lang="en-US" sz="1800" dirty="0" smtClean="0">
              <a:solidFill>
                <a:srgbClr val="00004F"/>
              </a:solidFill>
            </a:endParaRPr>
          </a:p>
          <a:p>
            <a:pPr marL="0" lvl="0" indent="0" algn="l" rtl="0">
              <a:lnSpc>
                <a:spcPct val="150000"/>
              </a:lnSpc>
              <a:spcBef>
                <a:spcPts val="0"/>
              </a:spcBef>
              <a:spcAft>
                <a:spcPts val="0"/>
              </a:spcAft>
              <a:buSzPts val="1400"/>
              <a:buNone/>
            </a:pPr>
            <a:endParaRPr lang="en-US" sz="1600" b="1" dirty="0" smtClean="0">
              <a:solidFill>
                <a:srgbClr val="00004F"/>
              </a:solidFill>
            </a:endParaRPr>
          </a:p>
          <a:p>
            <a:pPr marL="0" lvl="0" indent="0" algn="l" rtl="0">
              <a:lnSpc>
                <a:spcPct val="150000"/>
              </a:lnSpc>
              <a:spcBef>
                <a:spcPts val="0"/>
              </a:spcBef>
              <a:spcAft>
                <a:spcPts val="0"/>
              </a:spcAft>
              <a:buSzPts val="1400"/>
              <a:buNone/>
            </a:pPr>
            <a:endParaRPr sz="1600" b="1" dirty="0">
              <a:solidFill>
                <a:srgbClr val="00004F"/>
              </a:solidFill>
            </a:endParaRPr>
          </a:p>
        </p:txBody>
      </p:sp>
      <p:sp>
        <p:nvSpPr>
          <p:cNvPr id="1053" name="Google Shape;1053;p8"/>
          <p:cNvSpPr txBox="1"/>
          <p:nvPr/>
        </p:nvSpPr>
        <p:spPr>
          <a:xfrm>
            <a:off x="1299775" y="752500"/>
            <a:ext cx="7388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solidFill>
                <a:schemeClr val="dk1"/>
              </a:solidFill>
              <a:latin typeface="Albert Sans"/>
              <a:ea typeface="Albert Sans"/>
              <a:cs typeface="Albert Sans"/>
              <a:sym typeface="Albert Sans"/>
            </a:endParaRPr>
          </a:p>
        </p:txBody>
      </p:sp>
      <p:sp>
        <p:nvSpPr>
          <p:cNvPr id="1054" name="Google Shape;1054;p8"/>
          <p:cNvSpPr txBox="1"/>
          <p:nvPr/>
        </p:nvSpPr>
        <p:spPr>
          <a:xfrm>
            <a:off x="1001550" y="2085900"/>
            <a:ext cx="410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dirty="0">
                <a:solidFill>
                  <a:schemeClr val="dk1"/>
                </a:solidFill>
                <a:latin typeface="Albert Sans"/>
                <a:ea typeface="Albert Sans"/>
                <a:cs typeface="Albert Sans"/>
                <a:sym typeface="Albert Sans"/>
              </a:rPr>
              <a:t>0 </a:t>
            </a:r>
            <a:endParaRPr b="1" dirty="0">
              <a:solidFill>
                <a:schemeClr val="dk1"/>
              </a:solidFill>
              <a:latin typeface="Albert Sans"/>
              <a:ea typeface="Albert Sans"/>
              <a:cs typeface="Albert Sans"/>
              <a:sym typeface="Albert Sans"/>
            </a:endParaRPr>
          </a:p>
        </p:txBody>
      </p:sp>
      <p:sp>
        <p:nvSpPr>
          <p:cNvPr id="1055" name="Google Shape;1055;p8"/>
          <p:cNvSpPr txBox="1"/>
          <p:nvPr/>
        </p:nvSpPr>
        <p:spPr>
          <a:xfrm>
            <a:off x="1001550" y="2701700"/>
            <a:ext cx="309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dirty="0">
                <a:solidFill>
                  <a:schemeClr val="dk1"/>
                </a:solidFill>
                <a:latin typeface="Albert Sans"/>
                <a:ea typeface="Albert Sans"/>
                <a:cs typeface="Albert Sans"/>
                <a:sym typeface="Albert Sans"/>
              </a:rPr>
              <a:t>1</a:t>
            </a:r>
            <a:endParaRPr b="1" dirty="0">
              <a:solidFill>
                <a:schemeClr val="dk1"/>
              </a:solidFill>
              <a:latin typeface="Albert Sans"/>
              <a:ea typeface="Albert Sans"/>
              <a:cs typeface="Albert Sans"/>
              <a:sym typeface="Albert Sans"/>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59"/>
        <p:cNvGrpSpPr/>
        <p:nvPr/>
      </p:nvGrpSpPr>
      <p:grpSpPr>
        <a:xfrm>
          <a:off x="0" y="0"/>
          <a:ext cx="0" cy="0"/>
          <a:chOff x="0" y="0"/>
          <a:chExt cx="0" cy="0"/>
        </a:xfrm>
      </p:grpSpPr>
      <p:sp>
        <p:nvSpPr>
          <p:cNvPr id="1060" name="Google Shape;1060;p9"/>
          <p:cNvSpPr txBox="1">
            <a:spLocks noGrp="1"/>
          </p:cNvSpPr>
          <p:nvPr>
            <p:ph type="title"/>
          </p:nvPr>
        </p:nvSpPr>
        <p:spPr>
          <a:xfrm>
            <a:off x="589375" y="683875"/>
            <a:ext cx="7811700" cy="641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900">
                <a:solidFill>
                  <a:srgbClr val="C00000"/>
                </a:solidFill>
                <a:latin typeface="Albert Sans"/>
                <a:ea typeface="Albert Sans"/>
                <a:cs typeface="Albert Sans"/>
                <a:sym typeface="Albert Sans"/>
              </a:rPr>
              <a:t>  People want to emigrate because of better career opportunities or               Higher Education </a:t>
            </a:r>
            <a:endParaRPr sz="3100"/>
          </a:p>
        </p:txBody>
      </p:sp>
      <p:sp>
        <p:nvSpPr>
          <p:cNvPr id="1061" name="Google Shape;1061;p9"/>
          <p:cNvSpPr txBox="1">
            <a:spLocks noGrp="1"/>
          </p:cNvSpPr>
          <p:nvPr>
            <p:ph type="subTitle" idx="2"/>
          </p:nvPr>
        </p:nvSpPr>
        <p:spPr>
          <a:xfrm>
            <a:off x="827575" y="1420503"/>
            <a:ext cx="7573500" cy="660960"/>
          </a:xfrm>
          <a:prstGeom prst="rect">
            <a:avLst/>
          </a:prstGeom>
          <a:noFill/>
          <a:ln>
            <a:noFill/>
          </a:ln>
        </p:spPr>
        <p:txBody>
          <a:bodyPr spcFirstLastPara="1" wrap="square" lIns="91425" tIns="91425" rIns="91425" bIns="91425" anchor="t" anchorCtr="0">
            <a:noAutofit/>
          </a:bodyPr>
          <a:lstStyle/>
          <a:p>
            <a:pPr marL="285750" lvl="0" indent="-285750" algn="l" rtl="0">
              <a:lnSpc>
                <a:spcPct val="100000"/>
              </a:lnSpc>
              <a:spcBef>
                <a:spcPts val="0"/>
              </a:spcBef>
              <a:spcAft>
                <a:spcPts val="0"/>
              </a:spcAft>
              <a:buSzPts val="1400"/>
              <a:buFont typeface="Noto Sans Symbols"/>
              <a:buChar char="▪"/>
            </a:pPr>
            <a:r>
              <a:rPr lang="en" sz="1800" b="1" dirty="0" smtClean="0">
                <a:solidFill>
                  <a:srgbClr val="00004F"/>
                </a:solidFill>
              </a:rPr>
              <a:t>it </a:t>
            </a:r>
            <a:r>
              <a:rPr lang="en" sz="1800" b="1" dirty="0">
                <a:solidFill>
                  <a:srgbClr val="00004F"/>
                </a:solidFill>
              </a:rPr>
              <a:t>is also clear from </a:t>
            </a:r>
            <a:r>
              <a:rPr lang="en" sz="1800" b="1" dirty="0" smtClean="0">
                <a:solidFill>
                  <a:srgbClr val="00004F"/>
                </a:solidFill>
              </a:rPr>
              <a:t>demographics</a:t>
            </a:r>
            <a:r>
              <a:rPr lang="en" sz="1800" b="1" dirty="0">
                <a:solidFill>
                  <a:srgbClr val="00004F"/>
                </a:solidFill>
              </a:rPr>
              <a:t> </a:t>
            </a:r>
            <a:r>
              <a:rPr lang="en" sz="1800" b="1" dirty="0" smtClean="0">
                <a:solidFill>
                  <a:srgbClr val="00004F"/>
                </a:solidFill>
              </a:rPr>
              <a:t>as well.</a:t>
            </a:r>
            <a:endParaRPr sz="1800" b="1" dirty="0">
              <a:solidFill>
                <a:srgbClr val="00004F"/>
              </a:solidFill>
            </a:endParaRPr>
          </a:p>
          <a:p>
            <a:pPr marL="285750" lvl="0" indent="-196850" algn="l" rtl="0">
              <a:lnSpc>
                <a:spcPct val="100000"/>
              </a:lnSpc>
              <a:spcBef>
                <a:spcPts val="0"/>
              </a:spcBef>
              <a:spcAft>
                <a:spcPts val="0"/>
              </a:spcAft>
              <a:buSzPts val="1400"/>
              <a:buFont typeface="Noto Sans Symbols"/>
              <a:buNone/>
            </a:pPr>
            <a:endParaRPr sz="1800" b="1" dirty="0">
              <a:solidFill>
                <a:srgbClr val="00004F"/>
              </a:solidFill>
            </a:endParaRPr>
          </a:p>
          <a:p>
            <a:pPr marL="285750" lvl="0" indent="-196850" algn="l" rtl="0">
              <a:lnSpc>
                <a:spcPct val="100000"/>
              </a:lnSpc>
              <a:spcBef>
                <a:spcPts val="0"/>
              </a:spcBef>
              <a:spcAft>
                <a:spcPts val="0"/>
              </a:spcAft>
              <a:buSzPts val="1400"/>
              <a:buFont typeface="Noto Sans Symbols"/>
              <a:buNone/>
            </a:pPr>
            <a:endParaRPr sz="1800" b="1" dirty="0">
              <a:solidFill>
                <a:srgbClr val="00004F"/>
              </a:solidFill>
            </a:endParaRPr>
          </a:p>
        </p:txBody>
      </p:sp>
      <p:graphicFrame>
        <p:nvGraphicFramePr>
          <p:cNvPr id="1062" name="Google Shape;1062;p9"/>
          <p:cNvGraphicFramePr/>
          <p:nvPr>
            <p:extLst>
              <p:ext uri="{D42A27DB-BD31-4B8C-83A1-F6EECF244321}">
                <p14:modId xmlns:p14="http://schemas.microsoft.com/office/powerpoint/2010/main" val="199530877"/>
              </p:ext>
            </p:extLst>
          </p:nvPr>
        </p:nvGraphicFramePr>
        <p:xfrm>
          <a:off x="1176866" y="1955800"/>
          <a:ext cx="6096000" cy="262255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66"/>
        <p:cNvGrpSpPr/>
        <p:nvPr/>
      </p:nvGrpSpPr>
      <p:grpSpPr>
        <a:xfrm>
          <a:off x="0" y="0"/>
          <a:ext cx="0" cy="0"/>
          <a:chOff x="0" y="0"/>
          <a:chExt cx="0" cy="0"/>
        </a:xfrm>
      </p:grpSpPr>
      <p:sp>
        <p:nvSpPr>
          <p:cNvPr id="1067" name="Google Shape;1067;p10"/>
          <p:cNvSpPr txBox="1">
            <a:spLocks noGrp="1"/>
          </p:cNvSpPr>
          <p:nvPr>
            <p:ph type="title"/>
          </p:nvPr>
        </p:nvSpPr>
        <p:spPr>
          <a:xfrm>
            <a:off x="720000" y="614726"/>
            <a:ext cx="7704000" cy="9246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200"/>
              <a:buNone/>
            </a:pPr>
            <a:r>
              <a:rPr lang="en" sz="2000">
                <a:solidFill>
                  <a:srgbClr val="C00000"/>
                </a:solidFill>
                <a:latin typeface="Albert Sans"/>
                <a:ea typeface="Albert Sans"/>
                <a:cs typeface="Albert Sans"/>
                <a:sym typeface="Albert Sans"/>
              </a:rPr>
              <a:t>People want to emigrate because of better career opportunities or Higher Education </a:t>
            </a:r>
            <a:r>
              <a:rPr lang="en"/>
              <a:t>	</a:t>
            </a:r>
            <a:br>
              <a:rPr lang="en"/>
            </a:br>
            <a:endParaRPr sz="2400"/>
          </a:p>
        </p:txBody>
      </p:sp>
      <p:sp>
        <p:nvSpPr>
          <p:cNvPr id="1068" name="Google Shape;1068;p10"/>
          <p:cNvSpPr txBox="1">
            <a:spLocks noGrp="1"/>
          </p:cNvSpPr>
          <p:nvPr>
            <p:ph type="body" idx="1"/>
          </p:nvPr>
        </p:nvSpPr>
        <p:spPr>
          <a:xfrm>
            <a:off x="720000" y="1467650"/>
            <a:ext cx="7704000" cy="3035194"/>
          </a:xfrm>
          <a:prstGeom prst="rect">
            <a:avLst/>
          </a:prstGeom>
          <a:noFill/>
          <a:ln>
            <a:noFill/>
          </a:ln>
        </p:spPr>
        <p:txBody>
          <a:bodyPr spcFirstLastPara="1" wrap="square" lIns="91425" tIns="91425" rIns="91425" bIns="91425" anchor="t" anchorCtr="0">
            <a:noAutofit/>
          </a:bodyPr>
          <a:lstStyle/>
          <a:p>
            <a:pPr marL="139700" lvl="0" indent="0" algn="l" rtl="0">
              <a:lnSpc>
                <a:spcPct val="115000"/>
              </a:lnSpc>
              <a:spcBef>
                <a:spcPts val="0"/>
              </a:spcBef>
              <a:spcAft>
                <a:spcPts val="0"/>
              </a:spcAft>
              <a:buSzPts val="1400"/>
              <a:buNone/>
            </a:pPr>
            <a:r>
              <a:rPr lang="en" sz="2800" b="1" dirty="0"/>
              <a:t>Inference about population</a:t>
            </a:r>
            <a:endParaRPr dirty="0"/>
          </a:p>
          <a:p>
            <a:pPr marL="457200" lvl="0" indent="-317500" algn="l" rtl="0">
              <a:lnSpc>
                <a:spcPct val="115000"/>
              </a:lnSpc>
              <a:spcBef>
                <a:spcPts val="0"/>
              </a:spcBef>
              <a:spcAft>
                <a:spcPts val="0"/>
              </a:spcAft>
              <a:buClr>
                <a:schemeClr val="accent1"/>
              </a:buClr>
              <a:buSzPts val="1400"/>
              <a:buFont typeface="Arial"/>
              <a:buChar char="●"/>
            </a:pPr>
            <a:r>
              <a:rPr lang="en" sz="2000" dirty="0"/>
              <a:t>We calculated confidence intervals for both proportions representing their populations.</a:t>
            </a:r>
            <a:endParaRPr dirty="0"/>
          </a:p>
          <a:p>
            <a:pPr marL="139700" lvl="0" indent="0" algn="l" rtl="0">
              <a:lnSpc>
                <a:spcPct val="115000"/>
              </a:lnSpc>
              <a:spcBef>
                <a:spcPts val="0"/>
              </a:spcBef>
              <a:spcAft>
                <a:spcPts val="0"/>
              </a:spcAft>
              <a:buSzPts val="1400"/>
              <a:buNone/>
            </a:pPr>
            <a:r>
              <a:rPr lang="en" sz="2000" b="1" dirty="0">
                <a:solidFill>
                  <a:srgbClr val="00004F"/>
                </a:solidFill>
              </a:rPr>
              <a:t>People who want to emigrate for better opportunities</a:t>
            </a:r>
            <a:endParaRPr dirty="0"/>
          </a:p>
          <a:p>
            <a:pPr marL="139700" lvl="0" indent="0" algn="l" rtl="0">
              <a:lnSpc>
                <a:spcPct val="115000"/>
              </a:lnSpc>
              <a:spcBef>
                <a:spcPts val="0"/>
              </a:spcBef>
              <a:spcAft>
                <a:spcPts val="0"/>
              </a:spcAft>
              <a:buSzPts val="1400"/>
              <a:buNone/>
            </a:pPr>
            <a:r>
              <a:rPr lang="en" sz="2000" b="1" dirty="0">
                <a:solidFill>
                  <a:srgbClr val="00004F"/>
                </a:solidFill>
              </a:rPr>
              <a:t>	</a:t>
            </a:r>
            <a:r>
              <a:rPr lang="en" sz="2000" b="1" dirty="0">
                <a:solidFill>
                  <a:srgbClr val="C00000"/>
                </a:solidFill>
              </a:rPr>
              <a:t>0.559&lt;p&lt;0.693    with 95% accuracy</a:t>
            </a:r>
            <a:endParaRPr sz="2000" b="1" dirty="0">
              <a:solidFill>
                <a:srgbClr val="C00000"/>
              </a:solidFill>
            </a:endParaRPr>
          </a:p>
          <a:p>
            <a:pPr marL="139700" lvl="0" indent="0" algn="l" rtl="0">
              <a:lnSpc>
                <a:spcPct val="115000"/>
              </a:lnSpc>
              <a:spcBef>
                <a:spcPts val="0"/>
              </a:spcBef>
              <a:spcAft>
                <a:spcPts val="0"/>
              </a:spcAft>
              <a:buSzPts val="1400"/>
              <a:buNone/>
            </a:pPr>
            <a:r>
              <a:rPr lang="en" sz="2000" b="1" dirty="0">
                <a:solidFill>
                  <a:srgbClr val="00004F"/>
                </a:solidFill>
              </a:rPr>
              <a:t>People who want to emigrate for Higher Education	</a:t>
            </a:r>
            <a:r>
              <a:rPr lang="en" sz="2000" b="1" dirty="0">
                <a:solidFill>
                  <a:srgbClr val="C00000"/>
                </a:solidFill>
              </a:rPr>
              <a:t>0.26&lt;p&lt;0.39    with 95% accuracy</a:t>
            </a:r>
            <a:endParaRPr dirty="0"/>
          </a:p>
          <a:p>
            <a:pPr marL="139700" lvl="0" indent="0" algn="l" rtl="0">
              <a:lnSpc>
                <a:spcPct val="115000"/>
              </a:lnSpc>
              <a:spcBef>
                <a:spcPts val="0"/>
              </a:spcBef>
              <a:spcAft>
                <a:spcPts val="0"/>
              </a:spcAft>
              <a:buSzPts val="1400"/>
              <a:buNone/>
            </a:pPr>
            <a:endParaRPr sz="2000" b="1" dirty="0">
              <a:solidFill>
                <a:srgbClr val="C00000"/>
              </a:solidFill>
            </a:endParaRPr>
          </a:p>
          <a:p>
            <a:pPr marL="139700" lvl="0" indent="0" algn="l" rtl="0">
              <a:lnSpc>
                <a:spcPct val="115000"/>
              </a:lnSpc>
              <a:spcBef>
                <a:spcPts val="0"/>
              </a:spcBef>
              <a:spcAft>
                <a:spcPts val="0"/>
              </a:spcAft>
              <a:buSzPts val="1400"/>
              <a:buNone/>
            </a:pPr>
            <a:endParaRPr sz="2000" b="1" dirty="0">
              <a:solidFill>
                <a:srgbClr val="C00000"/>
              </a:solidFill>
            </a:endParaRPr>
          </a:p>
          <a:p>
            <a:pPr marL="139700" lvl="0" indent="0" algn="l" rtl="0">
              <a:lnSpc>
                <a:spcPct val="115000"/>
              </a:lnSpc>
              <a:spcBef>
                <a:spcPts val="0"/>
              </a:spcBef>
              <a:spcAft>
                <a:spcPts val="0"/>
              </a:spcAft>
              <a:buSzPts val="1400"/>
              <a:buNone/>
            </a:pPr>
            <a:endParaRPr sz="2000" b="1" dirty="0">
              <a:solidFill>
                <a:srgbClr val="C00000"/>
              </a:solidFill>
            </a:endParaRPr>
          </a:p>
          <a:p>
            <a:pPr marL="139700" lvl="0" indent="0" algn="l" rtl="0">
              <a:lnSpc>
                <a:spcPct val="115000"/>
              </a:lnSpc>
              <a:spcBef>
                <a:spcPts val="0"/>
              </a:spcBef>
              <a:spcAft>
                <a:spcPts val="0"/>
              </a:spcAft>
              <a:buSzPts val="1400"/>
              <a:buNone/>
            </a:pPr>
            <a:r>
              <a:rPr lang="en" sz="2000" b="1" dirty="0">
                <a:solidFill>
                  <a:srgbClr val="00004F"/>
                </a:solidFill>
              </a:rPr>
              <a:t>	</a:t>
            </a:r>
            <a:endParaRPr sz="2000" b="1" dirty="0">
              <a:solidFill>
                <a:srgbClr val="00004F"/>
              </a:solidFill>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72"/>
        <p:cNvGrpSpPr/>
        <p:nvPr/>
      </p:nvGrpSpPr>
      <p:grpSpPr>
        <a:xfrm>
          <a:off x="0" y="0"/>
          <a:ext cx="0" cy="0"/>
          <a:chOff x="0" y="0"/>
          <a:chExt cx="0" cy="0"/>
        </a:xfrm>
      </p:grpSpPr>
      <p:sp>
        <p:nvSpPr>
          <p:cNvPr id="1073" name="Google Shape;1073;p11"/>
          <p:cNvSpPr txBox="1">
            <a:spLocks noGrp="1"/>
          </p:cNvSpPr>
          <p:nvPr>
            <p:ph type="title"/>
          </p:nvPr>
        </p:nvSpPr>
        <p:spPr>
          <a:xfrm>
            <a:off x="589370" y="683879"/>
            <a:ext cx="7811576" cy="630091"/>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200"/>
              <a:buNone/>
            </a:pPr>
            <a:r>
              <a:rPr lang="en"/>
              <a:t>Observation # 3</a:t>
            </a:r>
            <a:endParaRPr/>
          </a:p>
        </p:txBody>
      </p:sp>
      <p:sp>
        <p:nvSpPr>
          <p:cNvPr id="1074" name="Google Shape;1074;p11"/>
          <p:cNvSpPr txBox="1">
            <a:spLocks noGrp="1"/>
          </p:cNvSpPr>
          <p:nvPr>
            <p:ph type="subTitle" idx="2"/>
          </p:nvPr>
        </p:nvSpPr>
        <p:spPr>
          <a:xfrm>
            <a:off x="827576" y="1229445"/>
            <a:ext cx="7573370" cy="3232196"/>
          </a:xfrm>
          <a:prstGeom prst="rect">
            <a:avLst/>
          </a:prstGeom>
          <a:noFill/>
          <a:ln>
            <a:noFill/>
          </a:ln>
        </p:spPr>
        <p:txBody>
          <a:bodyPr spcFirstLastPara="1" wrap="square" lIns="91425" tIns="91425" rIns="91425" bIns="91425" anchor="t" anchorCtr="0">
            <a:noAutofit/>
          </a:bodyPr>
          <a:lstStyle/>
          <a:p>
            <a:pPr marL="342900" lvl="0" indent="-342900" algn="l" rtl="0">
              <a:lnSpc>
                <a:spcPct val="115000"/>
              </a:lnSpc>
              <a:spcBef>
                <a:spcPts val="0"/>
              </a:spcBef>
              <a:spcAft>
                <a:spcPts val="0"/>
              </a:spcAft>
              <a:buSzPts val="1400"/>
              <a:buFont typeface="Noto Sans Symbols"/>
              <a:buChar char="❑"/>
            </a:pPr>
            <a:r>
              <a:rPr lang="en" sz="2000" b="1" dirty="0">
                <a:solidFill>
                  <a:srgbClr val="C00000"/>
                </a:solidFill>
              </a:rPr>
              <a:t>Top choices of people for emigration are United states and Canada</a:t>
            </a:r>
            <a:endParaRPr dirty="0"/>
          </a:p>
          <a:p>
            <a:pPr marL="0" lvl="0" indent="0" algn="l" rtl="0">
              <a:lnSpc>
                <a:spcPct val="115000"/>
              </a:lnSpc>
              <a:spcBef>
                <a:spcPts val="0"/>
              </a:spcBef>
              <a:spcAft>
                <a:spcPts val="0"/>
              </a:spcAft>
              <a:buSzPts val="1400"/>
              <a:buNone/>
            </a:pPr>
            <a:r>
              <a:rPr lang="en" sz="2000" b="1" dirty="0">
                <a:solidFill>
                  <a:srgbClr val="00004F"/>
                </a:solidFill>
              </a:rPr>
              <a:t>H  : </a:t>
            </a:r>
            <a:r>
              <a:rPr lang="en" sz="1600" dirty="0">
                <a:solidFill>
                  <a:srgbClr val="00004F"/>
                </a:solidFill>
              </a:rPr>
              <a:t>Proportion of people want to emigrate to US= proportion of people want to emigrate to Canada</a:t>
            </a:r>
            <a:endParaRPr dirty="0"/>
          </a:p>
          <a:p>
            <a:pPr marL="0" lvl="0" indent="0" algn="l" rtl="0">
              <a:lnSpc>
                <a:spcPct val="115000"/>
              </a:lnSpc>
              <a:spcBef>
                <a:spcPts val="0"/>
              </a:spcBef>
              <a:spcAft>
                <a:spcPts val="0"/>
              </a:spcAft>
              <a:buSzPts val="1400"/>
              <a:buNone/>
            </a:pPr>
            <a:r>
              <a:rPr lang="en" sz="2000" b="1" dirty="0">
                <a:solidFill>
                  <a:srgbClr val="00004F"/>
                </a:solidFill>
              </a:rPr>
              <a:t>H  : </a:t>
            </a:r>
            <a:r>
              <a:rPr lang="en" sz="1600" dirty="0">
                <a:solidFill>
                  <a:srgbClr val="00004F"/>
                </a:solidFill>
              </a:rPr>
              <a:t>P1&gt;P2</a:t>
            </a:r>
            <a:endParaRPr dirty="0"/>
          </a:p>
          <a:p>
            <a:pPr marL="0" lvl="0" indent="0" algn="l">
              <a:lnSpc>
                <a:spcPct val="150000"/>
              </a:lnSpc>
            </a:pPr>
            <a:r>
              <a:rPr lang="en-US" sz="2400" b="1" dirty="0">
                <a:solidFill>
                  <a:srgbClr val="00004F"/>
                </a:solidFill>
              </a:rPr>
              <a:t>Conclusion</a:t>
            </a:r>
            <a:r>
              <a:rPr lang="en-US" sz="1800" b="1" dirty="0">
                <a:solidFill>
                  <a:srgbClr val="00004F"/>
                </a:solidFill>
              </a:rPr>
              <a:t>:</a:t>
            </a:r>
          </a:p>
          <a:p>
            <a:pPr marL="0" lvl="0" indent="0" algn="l">
              <a:lnSpc>
                <a:spcPct val="150000"/>
              </a:lnSpc>
            </a:pPr>
            <a:r>
              <a:rPr lang="en-US" sz="2000" dirty="0">
                <a:solidFill>
                  <a:srgbClr val="00004F"/>
                </a:solidFill>
              </a:rPr>
              <a:t>After analysis we have came to conclusion that </a:t>
            </a:r>
            <a:r>
              <a:rPr lang="en" sz="2000" dirty="0">
                <a:solidFill>
                  <a:srgbClr val="00004F"/>
                </a:solidFill>
              </a:rPr>
              <a:t>so </a:t>
            </a:r>
            <a:r>
              <a:rPr lang="en" sz="2000" dirty="0" smtClean="0">
                <a:solidFill>
                  <a:srgbClr val="00004F"/>
                </a:solidFill>
              </a:rPr>
              <a:t>we </a:t>
            </a:r>
            <a:r>
              <a:rPr lang="en" sz="2000" b="1" dirty="0" smtClean="0">
                <a:solidFill>
                  <a:srgbClr val="C00000"/>
                </a:solidFill>
              </a:rPr>
              <a:t>Accept</a:t>
            </a:r>
            <a:r>
              <a:rPr lang="en" sz="2000" b="1" dirty="0" smtClean="0">
                <a:solidFill>
                  <a:srgbClr val="00004F"/>
                </a:solidFill>
              </a:rPr>
              <a:t> </a:t>
            </a:r>
            <a:r>
              <a:rPr lang="en" sz="2000" dirty="0" smtClean="0">
                <a:solidFill>
                  <a:srgbClr val="00004F"/>
                </a:solidFill>
              </a:rPr>
              <a:t>our </a:t>
            </a:r>
            <a:r>
              <a:rPr lang="en" sz="2000" dirty="0">
                <a:solidFill>
                  <a:srgbClr val="00004F"/>
                </a:solidFill>
              </a:rPr>
              <a:t>null hypothesis </a:t>
            </a:r>
            <a:r>
              <a:rPr lang="en" sz="2000" dirty="0" smtClean="0">
                <a:solidFill>
                  <a:srgbClr val="00004F"/>
                </a:solidFill>
              </a:rPr>
              <a:t>and </a:t>
            </a:r>
            <a:r>
              <a:rPr lang="en" sz="2000" b="1" dirty="0">
                <a:solidFill>
                  <a:srgbClr val="C00000"/>
                </a:solidFill>
              </a:rPr>
              <a:t>Reject</a:t>
            </a:r>
            <a:r>
              <a:rPr lang="en" sz="2000" dirty="0" smtClean="0">
                <a:solidFill>
                  <a:srgbClr val="00004F"/>
                </a:solidFill>
              </a:rPr>
              <a:t> </a:t>
            </a:r>
            <a:r>
              <a:rPr lang="en" sz="2000" dirty="0">
                <a:solidFill>
                  <a:srgbClr val="00004F"/>
                </a:solidFill>
              </a:rPr>
              <a:t>our </a:t>
            </a:r>
            <a:r>
              <a:rPr lang="en" sz="2000" dirty="0" smtClean="0">
                <a:solidFill>
                  <a:srgbClr val="00004F"/>
                </a:solidFill>
              </a:rPr>
              <a:t>alternative hypothesis.</a:t>
            </a:r>
            <a:endParaRPr lang="en-US" sz="2000" dirty="0">
              <a:solidFill>
                <a:srgbClr val="00004F"/>
              </a:solidFill>
            </a:endParaRPr>
          </a:p>
        </p:txBody>
      </p:sp>
      <p:sp>
        <p:nvSpPr>
          <p:cNvPr id="1075" name="Google Shape;1075;p11"/>
          <p:cNvSpPr txBox="1"/>
          <p:nvPr/>
        </p:nvSpPr>
        <p:spPr>
          <a:xfrm>
            <a:off x="987750" y="2085900"/>
            <a:ext cx="362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1"/>
                </a:solidFill>
                <a:latin typeface="Albert Sans"/>
                <a:ea typeface="Albert Sans"/>
                <a:cs typeface="Albert Sans"/>
                <a:sym typeface="Albert Sans"/>
              </a:rPr>
              <a:t>0</a:t>
            </a:r>
            <a:endParaRPr b="1">
              <a:solidFill>
                <a:schemeClr val="dk1"/>
              </a:solidFill>
              <a:latin typeface="Albert Sans"/>
              <a:ea typeface="Albert Sans"/>
              <a:cs typeface="Albert Sans"/>
              <a:sym typeface="Albert Sans"/>
            </a:endParaRPr>
          </a:p>
        </p:txBody>
      </p:sp>
      <p:sp>
        <p:nvSpPr>
          <p:cNvPr id="1076" name="Google Shape;1076;p11"/>
          <p:cNvSpPr txBox="1"/>
          <p:nvPr/>
        </p:nvSpPr>
        <p:spPr>
          <a:xfrm>
            <a:off x="1033050" y="2701300"/>
            <a:ext cx="272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1"/>
                </a:solidFill>
                <a:latin typeface="Albert Sans"/>
                <a:ea typeface="Albert Sans"/>
                <a:cs typeface="Albert Sans"/>
                <a:sym typeface="Albert Sans"/>
              </a:rPr>
              <a:t>1</a:t>
            </a:r>
            <a:endParaRPr b="1">
              <a:solidFill>
                <a:schemeClr val="dk1"/>
              </a:solidFill>
              <a:latin typeface="Albert Sans"/>
              <a:ea typeface="Albert Sans"/>
              <a:cs typeface="Albert Sans"/>
              <a:sym typeface="Albert Sans"/>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80"/>
        <p:cNvGrpSpPr/>
        <p:nvPr/>
      </p:nvGrpSpPr>
      <p:grpSpPr>
        <a:xfrm>
          <a:off x="0" y="0"/>
          <a:ext cx="0" cy="0"/>
          <a:chOff x="0" y="0"/>
          <a:chExt cx="0" cy="0"/>
        </a:xfrm>
      </p:grpSpPr>
      <p:sp>
        <p:nvSpPr>
          <p:cNvPr id="1081" name="Google Shape;1081;p12"/>
          <p:cNvSpPr txBox="1">
            <a:spLocks noGrp="1"/>
          </p:cNvSpPr>
          <p:nvPr>
            <p:ph type="title"/>
          </p:nvPr>
        </p:nvSpPr>
        <p:spPr>
          <a:xfrm>
            <a:off x="720000" y="660827"/>
            <a:ext cx="7704000" cy="814507"/>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900">
                <a:solidFill>
                  <a:srgbClr val="C00000"/>
                </a:solidFill>
                <a:latin typeface="Albert Sans"/>
                <a:ea typeface="Albert Sans"/>
                <a:cs typeface="Albert Sans"/>
                <a:sym typeface="Albert Sans"/>
              </a:rPr>
              <a:t>Top choices of people for emigration are United states and Canada</a:t>
            </a:r>
            <a:endParaRPr sz="3100"/>
          </a:p>
        </p:txBody>
      </p:sp>
      <p:sp>
        <p:nvSpPr>
          <p:cNvPr id="1082" name="Google Shape;1082;p12"/>
          <p:cNvSpPr txBox="1">
            <a:spLocks noGrp="1"/>
          </p:cNvSpPr>
          <p:nvPr>
            <p:ph type="body" idx="1"/>
          </p:nvPr>
        </p:nvSpPr>
        <p:spPr>
          <a:xfrm>
            <a:off x="715763" y="1212992"/>
            <a:ext cx="7704000" cy="742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chemeClr val="accent1"/>
              </a:buClr>
              <a:buSzPts val="1400"/>
              <a:buFont typeface="Arial"/>
              <a:buChar char="●"/>
            </a:pPr>
            <a:r>
              <a:rPr lang="en" sz="1800" b="1" dirty="0" smtClean="0">
                <a:solidFill>
                  <a:srgbClr val="00004F"/>
                </a:solidFill>
              </a:rPr>
              <a:t>it is also clear from demographics as well.</a:t>
            </a:r>
            <a:r>
              <a:rPr lang="en" dirty="0" smtClean="0"/>
              <a:t> </a:t>
            </a:r>
            <a:endParaRPr dirty="0"/>
          </a:p>
        </p:txBody>
      </p:sp>
      <p:graphicFrame>
        <p:nvGraphicFramePr>
          <p:cNvPr id="1083" name="Google Shape;1083;p12"/>
          <p:cNvGraphicFramePr/>
          <p:nvPr>
            <p:extLst>
              <p:ext uri="{D42A27DB-BD31-4B8C-83A1-F6EECF244321}">
                <p14:modId xmlns:p14="http://schemas.microsoft.com/office/powerpoint/2010/main" val="2700007007"/>
              </p:ext>
            </p:extLst>
          </p:nvPr>
        </p:nvGraphicFramePr>
        <p:xfrm>
          <a:off x="1041414" y="1955800"/>
          <a:ext cx="7052700" cy="24549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87"/>
        <p:cNvGrpSpPr/>
        <p:nvPr/>
      </p:nvGrpSpPr>
      <p:grpSpPr>
        <a:xfrm>
          <a:off x="0" y="0"/>
          <a:ext cx="0" cy="0"/>
          <a:chOff x="0" y="0"/>
          <a:chExt cx="0" cy="0"/>
        </a:xfrm>
      </p:grpSpPr>
      <p:sp>
        <p:nvSpPr>
          <p:cNvPr id="1088" name="Google Shape;1088;p13"/>
          <p:cNvSpPr txBox="1">
            <a:spLocks noGrp="1"/>
          </p:cNvSpPr>
          <p:nvPr>
            <p:ph type="title"/>
          </p:nvPr>
        </p:nvSpPr>
        <p:spPr>
          <a:xfrm>
            <a:off x="720000" y="539500"/>
            <a:ext cx="77040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200"/>
              <a:buNone/>
            </a:pPr>
            <a:r>
              <a:rPr lang="en"/>
              <a:t>Observation # 4</a:t>
            </a:r>
            <a:endParaRPr/>
          </a:p>
        </p:txBody>
      </p:sp>
      <p:sp>
        <p:nvSpPr>
          <p:cNvPr id="1089" name="Google Shape;1089;p13"/>
          <p:cNvSpPr txBox="1">
            <a:spLocks noGrp="1"/>
          </p:cNvSpPr>
          <p:nvPr>
            <p:ph type="body" idx="1"/>
          </p:nvPr>
        </p:nvSpPr>
        <p:spPr>
          <a:xfrm>
            <a:off x="720000" y="1215749"/>
            <a:ext cx="7704000" cy="3214483"/>
          </a:xfrm>
          <a:prstGeom prst="rect">
            <a:avLst/>
          </a:prstGeom>
          <a:noFill/>
          <a:ln>
            <a:noFill/>
          </a:ln>
        </p:spPr>
        <p:txBody>
          <a:bodyPr spcFirstLastPara="1" wrap="square" lIns="91425" tIns="91425" rIns="91425" bIns="91425" anchor="t" anchorCtr="0">
            <a:noAutofit/>
          </a:bodyPr>
          <a:lstStyle/>
          <a:p>
            <a:pPr marL="285750" lvl="0" indent="-285750" algn="l" rtl="0">
              <a:lnSpc>
                <a:spcPct val="115000"/>
              </a:lnSpc>
              <a:spcBef>
                <a:spcPts val="0"/>
              </a:spcBef>
              <a:spcAft>
                <a:spcPts val="0"/>
              </a:spcAft>
              <a:buSzPts val="1400"/>
              <a:buFont typeface="Noto Sans Symbols"/>
              <a:buChar char="❑"/>
            </a:pPr>
            <a:r>
              <a:rPr lang="en" sz="1800" b="1">
                <a:solidFill>
                  <a:srgbClr val="C00000"/>
                </a:solidFill>
              </a:rPr>
              <a:t>What is your employment status </a:t>
            </a:r>
            <a:r>
              <a:rPr lang="en" b="1">
                <a:solidFill>
                  <a:srgbClr val="C00000"/>
                </a:solidFill>
              </a:rPr>
              <a:t>?</a:t>
            </a:r>
            <a:endParaRPr/>
          </a:p>
          <a:p>
            <a:pPr marL="0" lvl="0" indent="0" algn="l" rtl="0">
              <a:lnSpc>
                <a:spcPct val="115000"/>
              </a:lnSpc>
              <a:spcBef>
                <a:spcPts val="0"/>
              </a:spcBef>
              <a:spcAft>
                <a:spcPts val="0"/>
              </a:spcAft>
              <a:buSzPts val="1400"/>
              <a:buNone/>
            </a:pPr>
            <a:endParaRPr sz="1800" b="1">
              <a:solidFill>
                <a:srgbClr val="C00000"/>
              </a:solidFill>
            </a:endParaRPr>
          </a:p>
          <a:p>
            <a:pPr marL="285750" lvl="0" indent="-285750" algn="l" rtl="0">
              <a:lnSpc>
                <a:spcPct val="115000"/>
              </a:lnSpc>
              <a:spcBef>
                <a:spcPts val="0"/>
              </a:spcBef>
              <a:spcAft>
                <a:spcPts val="0"/>
              </a:spcAft>
              <a:buSzPts val="1400"/>
              <a:buFont typeface="Arial"/>
              <a:buChar char="•"/>
            </a:pPr>
            <a:r>
              <a:rPr lang="en" sz="1800"/>
              <a:t>Sample size : </a:t>
            </a:r>
            <a:r>
              <a:rPr lang="en" sz="1800">
                <a:solidFill>
                  <a:srgbClr val="C00000"/>
                </a:solidFill>
              </a:rPr>
              <a:t>200</a:t>
            </a:r>
            <a:endParaRPr/>
          </a:p>
          <a:p>
            <a:pPr marL="285750" lvl="0" indent="-285750" algn="l" rtl="0">
              <a:lnSpc>
                <a:spcPct val="115000"/>
              </a:lnSpc>
              <a:spcBef>
                <a:spcPts val="0"/>
              </a:spcBef>
              <a:spcAft>
                <a:spcPts val="0"/>
              </a:spcAft>
              <a:buSzPts val="1400"/>
              <a:buFont typeface="Arial"/>
              <a:buChar char="•"/>
            </a:pPr>
            <a:r>
              <a:rPr lang="en" sz="1800"/>
              <a:t>Sampling Technique: </a:t>
            </a:r>
            <a:r>
              <a:rPr lang="en" sz="1800">
                <a:solidFill>
                  <a:srgbClr val="C00000"/>
                </a:solidFill>
              </a:rPr>
              <a:t>z distribution, confidence interval</a:t>
            </a:r>
            <a:endParaRPr/>
          </a:p>
          <a:p>
            <a:pPr marL="285750" lvl="0" indent="-196850" algn="l" rtl="0">
              <a:lnSpc>
                <a:spcPct val="115000"/>
              </a:lnSpc>
              <a:spcBef>
                <a:spcPts val="0"/>
              </a:spcBef>
              <a:spcAft>
                <a:spcPts val="0"/>
              </a:spcAft>
              <a:buSzPts val="1400"/>
              <a:buFont typeface="Arial"/>
              <a:buNone/>
            </a:pPr>
            <a:endParaRPr sz="1800" b="1">
              <a:solidFill>
                <a:srgbClr val="C00000"/>
              </a:solidFill>
            </a:endParaRPr>
          </a:p>
          <a:p>
            <a:pPr marL="0" lvl="0" indent="0" algn="l" rtl="0">
              <a:lnSpc>
                <a:spcPct val="115000"/>
              </a:lnSpc>
              <a:spcBef>
                <a:spcPts val="0"/>
              </a:spcBef>
              <a:spcAft>
                <a:spcPts val="0"/>
              </a:spcAft>
              <a:buSzPts val="1400"/>
              <a:buChar char="●"/>
            </a:pPr>
            <a:r>
              <a:rPr lang="en" sz="1800" b="1">
                <a:solidFill>
                  <a:srgbClr val="00004F"/>
                </a:solidFill>
              </a:rPr>
              <a:t>Results (95% Confidence Interval)</a:t>
            </a:r>
            <a:endParaRPr/>
          </a:p>
          <a:p>
            <a:pPr marL="285750" lvl="0" indent="-285750" algn="l" rtl="0">
              <a:lnSpc>
                <a:spcPct val="115000"/>
              </a:lnSpc>
              <a:spcBef>
                <a:spcPts val="0"/>
              </a:spcBef>
              <a:spcAft>
                <a:spcPts val="0"/>
              </a:spcAft>
              <a:buSzPts val="1400"/>
              <a:buFont typeface="Arial"/>
              <a:buChar char="•"/>
            </a:pPr>
            <a:r>
              <a:rPr lang="en" sz="1800">
                <a:solidFill>
                  <a:srgbClr val="00004F"/>
                </a:solidFill>
              </a:rPr>
              <a:t>0.5553 &lt; proportion of people are students &lt; 0.6877</a:t>
            </a:r>
            <a:endParaRPr sz="1800">
              <a:solidFill>
                <a:srgbClr val="00004F"/>
              </a:solidFill>
            </a:endParaRPr>
          </a:p>
          <a:p>
            <a:pPr marL="285750" lvl="0" indent="-196850" algn="l" rtl="0">
              <a:lnSpc>
                <a:spcPct val="115000"/>
              </a:lnSpc>
              <a:spcBef>
                <a:spcPts val="0"/>
              </a:spcBef>
              <a:spcAft>
                <a:spcPts val="0"/>
              </a:spcAft>
              <a:buSzPts val="1400"/>
              <a:buFont typeface="Arial"/>
              <a:buNone/>
            </a:pPr>
            <a:endParaRPr>
              <a:solidFill>
                <a:srgbClr val="00004F"/>
              </a:solidFill>
            </a:endParaRPr>
          </a:p>
          <a:p>
            <a:pPr marL="0" lvl="0" indent="0" algn="l" rtl="0">
              <a:lnSpc>
                <a:spcPct val="115000"/>
              </a:lnSpc>
              <a:spcBef>
                <a:spcPts val="0"/>
              </a:spcBef>
              <a:spcAft>
                <a:spcPts val="0"/>
              </a:spcAft>
              <a:buSzPts val="1400"/>
              <a:buNone/>
            </a:pPr>
            <a:endParaRPr b="1">
              <a:solidFill>
                <a:srgbClr val="00004F"/>
              </a:solidFill>
            </a:endParaRPr>
          </a:p>
          <a:p>
            <a:pPr marL="0" lvl="0" indent="0" algn="l" rtl="0">
              <a:lnSpc>
                <a:spcPct val="115000"/>
              </a:lnSpc>
              <a:spcBef>
                <a:spcPts val="0"/>
              </a:spcBef>
              <a:spcAft>
                <a:spcPts val="0"/>
              </a:spcAft>
              <a:buSzPts val="1400"/>
              <a:buNone/>
            </a:pPr>
            <a:endParaRPr b="1">
              <a:solidFill>
                <a:srgbClr val="C00000"/>
              </a:solidFill>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93"/>
        <p:cNvGrpSpPr/>
        <p:nvPr/>
      </p:nvGrpSpPr>
      <p:grpSpPr>
        <a:xfrm>
          <a:off x="0" y="0"/>
          <a:ext cx="0" cy="0"/>
          <a:chOff x="0" y="0"/>
          <a:chExt cx="0" cy="0"/>
        </a:xfrm>
      </p:grpSpPr>
      <p:sp>
        <p:nvSpPr>
          <p:cNvPr id="1094" name="Google Shape;1094;p14"/>
          <p:cNvSpPr txBox="1">
            <a:spLocks noGrp="1"/>
          </p:cNvSpPr>
          <p:nvPr>
            <p:ph type="title"/>
          </p:nvPr>
        </p:nvSpPr>
        <p:spPr>
          <a:xfrm>
            <a:off x="720000" y="666150"/>
            <a:ext cx="7704000" cy="549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000">
                <a:solidFill>
                  <a:srgbClr val="C00000"/>
                </a:solidFill>
                <a:latin typeface="Albert Sans"/>
                <a:ea typeface="Albert Sans"/>
                <a:cs typeface="Albert Sans"/>
                <a:sym typeface="Albert Sans"/>
              </a:rPr>
              <a:t>What is your employment status </a:t>
            </a:r>
            <a:r>
              <a:rPr lang="en" sz="1600">
                <a:solidFill>
                  <a:srgbClr val="C00000"/>
                </a:solidFill>
                <a:latin typeface="Albert Sans"/>
                <a:ea typeface="Albert Sans"/>
                <a:cs typeface="Albert Sans"/>
                <a:sym typeface="Albert Sans"/>
              </a:rPr>
              <a:t>?</a:t>
            </a:r>
            <a:endParaRPr sz="3400"/>
          </a:p>
        </p:txBody>
      </p:sp>
      <p:sp>
        <p:nvSpPr>
          <p:cNvPr id="1095" name="Google Shape;1095;p14"/>
          <p:cNvSpPr txBox="1">
            <a:spLocks noGrp="1"/>
          </p:cNvSpPr>
          <p:nvPr>
            <p:ph type="body" idx="1"/>
          </p:nvPr>
        </p:nvSpPr>
        <p:spPr>
          <a:xfrm>
            <a:off x="720000" y="1215749"/>
            <a:ext cx="7704000" cy="2987655"/>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sz="2000" b="1">
                <a:solidFill>
                  <a:srgbClr val="00004F"/>
                </a:solidFill>
              </a:rPr>
              <a:t>Conclusion</a:t>
            </a:r>
            <a:endParaRPr/>
          </a:p>
          <a:p>
            <a:pPr marL="0" lvl="0" indent="0" algn="l" rtl="0">
              <a:lnSpc>
                <a:spcPct val="115000"/>
              </a:lnSpc>
              <a:spcBef>
                <a:spcPts val="0"/>
              </a:spcBef>
              <a:spcAft>
                <a:spcPts val="0"/>
              </a:spcAft>
              <a:buSzPts val="1400"/>
              <a:buChar char="●"/>
            </a:pPr>
            <a:r>
              <a:rPr lang="en" sz="1800"/>
              <a:t>The calculated 95% confidence interval, ranging from( 0.5553 to 0.6877) , implies that a substantial proportion of our sampled population comprises students. This interval provides a statistical measure of the likely range within which the true population parameter lies.</a:t>
            </a:r>
            <a:endParaRPr sz="1800" b="1">
              <a:solidFill>
                <a:srgbClr val="00004F"/>
              </a:solidFill>
            </a:endParaRPr>
          </a:p>
          <a:p>
            <a:pPr marL="285750" lvl="0" indent="-196850" algn="l" rtl="0">
              <a:lnSpc>
                <a:spcPct val="115000"/>
              </a:lnSpc>
              <a:spcBef>
                <a:spcPts val="0"/>
              </a:spcBef>
              <a:spcAft>
                <a:spcPts val="0"/>
              </a:spcAft>
              <a:buSzPts val="1400"/>
              <a:buFont typeface="Arial"/>
              <a:buNone/>
            </a:pPr>
            <a:endParaRPr sz="1600">
              <a:solidFill>
                <a:srgbClr val="00004F"/>
              </a:solidFill>
            </a:endParaRPr>
          </a:p>
          <a:p>
            <a:pPr marL="0" lvl="0" indent="0" algn="l" rtl="0">
              <a:lnSpc>
                <a:spcPct val="115000"/>
              </a:lnSpc>
              <a:spcBef>
                <a:spcPts val="0"/>
              </a:spcBef>
              <a:spcAft>
                <a:spcPts val="0"/>
              </a:spcAft>
              <a:buSzPts val="1400"/>
              <a:buNone/>
            </a:pPr>
            <a:endParaRPr sz="1600" b="1">
              <a:solidFill>
                <a:srgbClr val="00004F"/>
              </a:solidFill>
            </a:endParaRPr>
          </a:p>
          <a:p>
            <a:pPr marL="457200" lvl="0" indent="-228600" algn="l" rtl="0">
              <a:lnSpc>
                <a:spcPct val="115000"/>
              </a:lnSpc>
              <a:spcBef>
                <a:spcPts val="0"/>
              </a:spcBef>
              <a:spcAft>
                <a:spcPts val="0"/>
              </a:spcAft>
              <a:buClr>
                <a:schemeClr val="accent1"/>
              </a:buClr>
              <a:buSzPts val="1400"/>
              <a:buFont typeface="Arial"/>
              <a:buNone/>
            </a:pPr>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99"/>
        <p:cNvGrpSpPr/>
        <p:nvPr/>
      </p:nvGrpSpPr>
      <p:grpSpPr>
        <a:xfrm>
          <a:off x="0" y="0"/>
          <a:ext cx="0" cy="0"/>
          <a:chOff x="0" y="0"/>
          <a:chExt cx="0" cy="0"/>
        </a:xfrm>
      </p:grpSpPr>
      <p:sp>
        <p:nvSpPr>
          <p:cNvPr id="1100" name="Google Shape;1100;p15"/>
          <p:cNvSpPr txBox="1">
            <a:spLocks noGrp="1"/>
          </p:cNvSpPr>
          <p:nvPr>
            <p:ph type="title"/>
          </p:nvPr>
        </p:nvSpPr>
        <p:spPr>
          <a:xfrm>
            <a:off x="720000" y="539500"/>
            <a:ext cx="77040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200"/>
              <a:buNone/>
            </a:pPr>
            <a:r>
              <a:rPr lang="en"/>
              <a:t>Observation # 5</a:t>
            </a:r>
            <a:endParaRPr/>
          </a:p>
        </p:txBody>
      </p:sp>
      <p:sp>
        <p:nvSpPr>
          <p:cNvPr id="1101" name="Google Shape;1101;p15"/>
          <p:cNvSpPr txBox="1">
            <a:spLocks noGrp="1"/>
          </p:cNvSpPr>
          <p:nvPr>
            <p:ph type="body" idx="1"/>
          </p:nvPr>
        </p:nvSpPr>
        <p:spPr>
          <a:xfrm>
            <a:off x="720000" y="1215749"/>
            <a:ext cx="7704000" cy="3157467"/>
          </a:xfrm>
          <a:prstGeom prst="rect">
            <a:avLst/>
          </a:prstGeom>
          <a:noFill/>
          <a:ln>
            <a:noFill/>
          </a:ln>
        </p:spPr>
        <p:txBody>
          <a:bodyPr spcFirstLastPara="1" wrap="square" lIns="91425" tIns="91425" rIns="91425" bIns="91425" anchor="t" anchorCtr="0">
            <a:noAutofit/>
          </a:bodyPr>
          <a:lstStyle/>
          <a:p>
            <a:pPr marL="342900" lvl="0" indent="-342900" algn="l" rtl="0">
              <a:lnSpc>
                <a:spcPct val="150000"/>
              </a:lnSpc>
              <a:spcBef>
                <a:spcPts val="0"/>
              </a:spcBef>
              <a:spcAft>
                <a:spcPts val="0"/>
              </a:spcAft>
              <a:buSzPts val="1400"/>
              <a:buFont typeface="Noto Sans Symbols"/>
              <a:buChar char="❑"/>
            </a:pPr>
            <a:r>
              <a:rPr lang="en" sz="1800" b="1" dirty="0">
                <a:solidFill>
                  <a:srgbClr val="C00000"/>
                </a:solidFill>
              </a:rPr>
              <a:t>How satisfied you are with employment opportunities in Pakistan?</a:t>
            </a:r>
            <a:endParaRPr dirty="0"/>
          </a:p>
          <a:p>
            <a:pPr marL="0" lvl="0" indent="0" algn="l" rtl="0">
              <a:lnSpc>
                <a:spcPct val="150000"/>
              </a:lnSpc>
              <a:spcBef>
                <a:spcPts val="0"/>
              </a:spcBef>
              <a:spcAft>
                <a:spcPts val="0"/>
              </a:spcAft>
              <a:buSzPts val="1400"/>
              <a:buNone/>
            </a:pPr>
            <a:r>
              <a:rPr lang="en" sz="1800" b="1" dirty="0">
                <a:solidFill>
                  <a:srgbClr val="00004F"/>
                </a:solidFill>
              </a:rPr>
              <a:t>H  : </a:t>
            </a:r>
            <a:r>
              <a:rPr lang="en" sz="1800" dirty="0">
                <a:solidFill>
                  <a:srgbClr val="00004F"/>
                </a:solidFill>
              </a:rPr>
              <a:t>Proportion of people who are dissatisfied= proportion of people who are satisfied</a:t>
            </a:r>
            <a:endParaRPr sz="1800" dirty="0">
              <a:solidFill>
                <a:srgbClr val="00004F"/>
              </a:solidFill>
            </a:endParaRPr>
          </a:p>
          <a:p>
            <a:pPr marL="0" lvl="0" indent="0">
              <a:lnSpc>
                <a:spcPct val="150000"/>
              </a:lnSpc>
              <a:buNone/>
            </a:pPr>
            <a:r>
              <a:rPr lang="en" sz="1800" b="1" dirty="0">
                <a:solidFill>
                  <a:srgbClr val="00004F"/>
                </a:solidFill>
              </a:rPr>
              <a:t>H  : </a:t>
            </a:r>
            <a:r>
              <a:rPr lang="en" sz="1800" dirty="0" smtClean="0">
                <a:solidFill>
                  <a:srgbClr val="00004F"/>
                </a:solidFill>
              </a:rPr>
              <a:t>P1&gt;P2</a:t>
            </a:r>
            <a:endParaRPr dirty="0"/>
          </a:p>
          <a:p>
            <a:pPr marL="0" lvl="0" indent="0">
              <a:lnSpc>
                <a:spcPct val="150000"/>
              </a:lnSpc>
              <a:buNone/>
            </a:pPr>
            <a:r>
              <a:rPr lang="en-US" sz="2400" b="1" dirty="0">
                <a:solidFill>
                  <a:srgbClr val="00004F"/>
                </a:solidFill>
              </a:rPr>
              <a:t>Conclusion</a:t>
            </a:r>
            <a:r>
              <a:rPr lang="en-US" sz="1800" b="1" dirty="0">
                <a:solidFill>
                  <a:srgbClr val="00004F"/>
                </a:solidFill>
              </a:rPr>
              <a:t>:</a:t>
            </a:r>
          </a:p>
          <a:p>
            <a:pPr marL="0" lvl="0" indent="0">
              <a:lnSpc>
                <a:spcPct val="150000"/>
              </a:lnSpc>
              <a:buNone/>
            </a:pPr>
            <a:r>
              <a:rPr lang="en-US" sz="2000" dirty="0">
                <a:solidFill>
                  <a:srgbClr val="00004F"/>
                </a:solidFill>
              </a:rPr>
              <a:t>After analysis we have came to conclusion that </a:t>
            </a:r>
            <a:r>
              <a:rPr lang="en" sz="2000" dirty="0">
                <a:solidFill>
                  <a:srgbClr val="00004F"/>
                </a:solidFill>
              </a:rPr>
              <a:t>so </a:t>
            </a:r>
            <a:r>
              <a:rPr lang="en" sz="2000" dirty="0" smtClean="0">
                <a:solidFill>
                  <a:srgbClr val="00004F"/>
                </a:solidFill>
              </a:rPr>
              <a:t>we </a:t>
            </a:r>
            <a:r>
              <a:rPr lang="en" sz="2000" b="1" dirty="0">
                <a:solidFill>
                  <a:srgbClr val="C00000"/>
                </a:solidFill>
              </a:rPr>
              <a:t>Reject</a:t>
            </a:r>
            <a:r>
              <a:rPr lang="en" sz="2000" dirty="0" smtClean="0">
                <a:solidFill>
                  <a:srgbClr val="00004F"/>
                </a:solidFill>
              </a:rPr>
              <a:t> our </a:t>
            </a:r>
            <a:r>
              <a:rPr lang="en" sz="2000" dirty="0">
                <a:solidFill>
                  <a:srgbClr val="00004F"/>
                </a:solidFill>
              </a:rPr>
              <a:t>null hypothesis and </a:t>
            </a:r>
            <a:r>
              <a:rPr lang="en" sz="2000" b="1" dirty="0">
                <a:solidFill>
                  <a:srgbClr val="C00000"/>
                </a:solidFill>
              </a:rPr>
              <a:t>Accept</a:t>
            </a:r>
            <a:r>
              <a:rPr lang="en" sz="2000" dirty="0" smtClean="0">
                <a:solidFill>
                  <a:srgbClr val="00004F"/>
                </a:solidFill>
              </a:rPr>
              <a:t> </a:t>
            </a:r>
            <a:r>
              <a:rPr lang="en" sz="2000" dirty="0">
                <a:solidFill>
                  <a:srgbClr val="00004F"/>
                </a:solidFill>
              </a:rPr>
              <a:t>our </a:t>
            </a:r>
            <a:r>
              <a:rPr lang="en" sz="2000" dirty="0" smtClean="0">
                <a:solidFill>
                  <a:srgbClr val="00004F"/>
                </a:solidFill>
              </a:rPr>
              <a:t>alternative </a:t>
            </a:r>
            <a:r>
              <a:rPr lang="en" sz="2000" dirty="0">
                <a:solidFill>
                  <a:srgbClr val="00004F"/>
                </a:solidFill>
              </a:rPr>
              <a:t>hypothesis.</a:t>
            </a:r>
            <a:endParaRPr lang="en-US" sz="2000" dirty="0">
              <a:solidFill>
                <a:srgbClr val="00004F"/>
              </a:solidFill>
            </a:endParaRPr>
          </a:p>
        </p:txBody>
      </p:sp>
      <p:sp>
        <p:nvSpPr>
          <p:cNvPr id="1102" name="Google Shape;1102;p15"/>
          <p:cNvSpPr txBox="1"/>
          <p:nvPr/>
        </p:nvSpPr>
        <p:spPr>
          <a:xfrm>
            <a:off x="881950" y="1774350"/>
            <a:ext cx="363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b="1">
                <a:solidFill>
                  <a:schemeClr val="dk1"/>
                </a:solidFill>
                <a:latin typeface="Albert Sans"/>
                <a:ea typeface="Albert Sans"/>
                <a:cs typeface="Albert Sans"/>
                <a:sym typeface="Albert Sans"/>
              </a:rPr>
              <a:t>0</a:t>
            </a:r>
            <a:endParaRPr sz="1500" b="1">
              <a:solidFill>
                <a:schemeClr val="dk1"/>
              </a:solidFill>
              <a:latin typeface="Albert Sans"/>
              <a:ea typeface="Albert Sans"/>
              <a:cs typeface="Albert Sans"/>
              <a:sym typeface="Albert Sans"/>
            </a:endParaRPr>
          </a:p>
        </p:txBody>
      </p:sp>
      <p:sp>
        <p:nvSpPr>
          <p:cNvPr id="1103" name="Google Shape;1103;p15"/>
          <p:cNvSpPr txBox="1"/>
          <p:nvPr/>
        </p:nvSpPr>
        <p:spPr>
          <a:xfrm>
            <a:off x="881950" y="2586725"/>
            <a:ext cx="2724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b="1">
                <a:solidFill>
                  <a:schemeClr val="dk1"/>
                </a:solidFill>
                <a:latin typeface="Albert Sans"/>
                <a:ea typeface="Albert Sans"/>
                <a:cs typeface="Albert Sans"/>
                <a:sym typeface="Albert Sans"/>
              </a:rPr>
              <a:t>1</a:t>
            </a:r>
            <a:endParaRPr sz="1500" b="1">
              <a:solidFill>
                <a:schemeClr val="dk1"/>
              </a:solidFill>
              <a:latin typeface="Albert Sans"/>
              <a:ea typeface="Albert Sans"/>
              <a:cs typeface="Albert Sans"/>
              <a:sym typeface="Albert Sans"/>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07"/>
        <p:cNvGrpSpPr/>
        <p:nvPr/>
      </p:nvGrpSpPr>
      <p:grpSpPr>
        <a:xfrm>
          <a:off x="0" y="0"/>
          <a:ext cx="0" cy="0"/>
          <a:chOff x="0" y="0"/>
          <a:chExt cx="0" cy="0"/>
        </a:xfrm>
      </p:grpSpPr>
      <p:sp>
        <p:nvSpPr>
          <p:cNvPr id="1108" name="Google Shape;1108;p16"/>
          <p:cNvSpPr txBox="1">
            <a:spLocks noGrp="1"/>
          </p:cNvSpPr>
          <p:nvPr>
            <p:ph type="title"/>
          </p:nvPr>
        </p:nvSpPr>
        <p:spPr>
          <a:xfrm>
            <a:off x="720000" y="539500"/>
            <a:ext cx="7704000" cy="572700"/>
          </a:xfrm>
          <a:prstGeom prst="rect">
            <a:avLst/>
          </a:prstGeom>
          <a:noFill/>
          <a:ln>
            <a:noFill/>
          </a:ln>
        </p:spPr>
        <p:txBody>
          <a:bodyPr spcFirstLastPara="1" wrap="square" lIns="91425" tIns="91425" rIns="91425" bIns="91425" anchor="t" anchorCtr="0">
            <a:noAutofit/>
          </a:bodyPr>
          <a:lstStyle/>
          <a:p>
            <a:pPr marL="457200" lvl="0" indent="0" algn="l" rtl="0">
              <a:lnSpc>
                <a:spcPct val="150000"/>
              </a:lnSpc>
              <a:spcBef>
                <a:spcPts val="0"/>
              </a:spcBef>
              <a:spcAft>
                <a:spcPts val="0"/>
              </a:spcAft>
              <a:buNone/>
            </a:pPr>
            <a:r>
              <a:rPr lang="en" sz="1800">
                <a:solidFill>
                  <a:srgbClr val="C00000"/>
                </a:solidFill>
                <a:latin typeface="Albert Sans"/>
                <a:ea typeface="Albert Sans"/>
                <a:cs typeface="Albert Sans"/>
                <a:sym typeface="Albert Sans"/>
              </a:rPr>
              <a:t>How satisfied you are with employment opportunities in Pakistan?</a:t>
            </a:r>
            <a:endParaRPr sz="1400" b="0">
              <a:latin typeface="Albert Sans"/>
              <a:ea typeface="Albert Sans"/>
              <a:cs typeface="Albert Sans"/>
              <a:sym typeface="Albert Sans"/>
            </a:endParaRPr>
          </a:p>
          <a:p>
            <a:pPr marL="0" lvl="0" indent="0" algn="ctr" rtl="0">
              <a:lnSpc>
                <a:spcPct val="100000"/>
              </a:lnSpc>
              <a:spcBef>
                <a:spcPts val="0"/>
              </a:spcBef>
              <a:spcAft>
                <a:spcPts val="0"/>
              </a:spcAft>
              <a:buSzPts val="3200"/>
              <a:buNone/>
            </a:pPr>
            <a:endParaRPr/>
          </a:p>
        </p:txBody>
      </p:sp>
      <p:sp>
        <p:nvSpPr>
          <p:cNvPr id="1109" name="Google Shape;1109;p16"/>
          <p:cNvSpPr txBox="1">
            <a:spLocks noGrp="1"/>
          </p:cNvSpPr>
          <p:nvPr>
            <p:ph type="body" idx="1"/>
          </p:nvPr>
        </p:nvSpPr>
        <p:spPr>
          <a:xfrm>
            <a:off x="720000" y="1215750"/>
            <a:ext cx="7704000" cy="706183"/>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chemeClr val="accent1"/>
              </a:buClr>
              <a:buSzPts val="1400"/>
              <a:buFont typeface="Arial"/>
              <a:buChar char="●"/>
            </a:pPr>
            <a:r>
              <a:rPr lang="en" sz="1800" b="1" dirty="0" smtClean="0">
                <a:solidFill>
                  <a:srgbClr val="00004F"/>
                </a:solidFill>
              </a:rPr>
              <a:t>it </a:t>
            </a:r>
            <a:r>
              <a:rPr lang="en" sz="1800" b="1" dirty="0">
                <a:solidFill>
                  <a:srgbClr val="00004F"/>
                </a:solidFill>
              </a:rPr>
              <a:t>is also clear from </a:t>
            </a:r>
            <a:r>
              <a:rPr lang="en" sz="1800" b="1" dirty="0" smtClean="0">
                <a:solidFill>
                  <a:srgbClr val="00004F"/>
                </a:solidFill>
              </a:rPr>
              <a:t>demographics as well</a:t>
            </a:r>
            <a:r>
              <a:rPr lang="en" b="1" dirty="0" smtClean="0">
                <a:solidFill>
                  <a:srgbClr val="00004F"/>
                </a:solidFill>
              </a:rPr>
              <a:t>.</a:t>
            </a:r>
            <a:endParaRPr dirty="0"/>
          </a:p>
        </p:txBody>
      </p:sp>
      <p:graphicFrame>
        <p:nvGraphicFramePr>
          <p:cNvPr id="1110" name="Google Shape;1110;p16"/>
          <p:cNvGraphicFramePr/>
          <p:nvPr>
            <p:extLst>
              <p:ext uri="{D42A27DB-BD31-4B8C-83A1-F6EECF244321}">
                <p14:modId xmlns:p14="http://schemas.microsoft.com/office/powerpoint/2010/main" val="3296048734"/>
              </p:ext>
            </p:extLst>
          </p:nvPr>
        </p:nvGraphicFramePr>
        <p:xfrm>
          <a:off x="1041400" y="2025483"/>
          <a:ext cx="7061200" cy="2499052"/>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14"/>
        <p:cNvGrpSpPr/>
        <p:nvPr/>
      </p:nvGrpSpPr>
      <p:grpSpPr>
        <a:xfrm>
          <a:off x="0" y="0"/>
          <a:ext cx="0" cy="0"/>
          <a:chOff x="0" y="0"/>
          <a:chExt cx="0" cy="0"/>
        </a:xfrm>
      </p:grpSpPr>
      <p:sp>
        <p:nvSpPr>
          <p:cNvPr id="1115" name="Google Shape;1115;p17"/>
          <p:cNvSpPr txBox="1">
            <a:spLocks noGrp="1"/>
          </p:cNvSpPr>
          <p:nvPr>
            <p:ph type="title"/>
          </p:nvPr>
        </p:nvSpPr>
        <p:spPr>
          <a:xfrm>
            <a:off x="720000" y="539500"/>
            <a:ext cx="77040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200"/>
              <a:buNone/>
            </a:pPr>
            <a:r>
              <a:rPr lang="en" dirty="0"/>
              <a:t>Observation # 6</a:t>
            </a:r>
            <a:endParaRPr dirty="0"/>
          </a:p>
        </p:txBody>
      </p:sp>
      <p:sp>
        <p:nvSpPr>
          <p:cNvPr id="1116" name="Google Shape;1116;p17"/>
          <p:cNvSpPr txBox="1">
            <a:spLocks noGrp="1"/>
          </p:cNvSpPr>
          <p:nvPr>
            <p:ph type="body" idx="1"/>
          </p:nvPr>
        </p:nvSpPr>
        <p:spPr>
          <a:xfrm>
            <a:off x="720000" y="1215749"/>
            <a:ext cx="7704000" cy="3320809"/>
          </a:xfrm>
          <a:prstGeom prst="rect">
            <a:avLst/>
          </a:prstGeom>
          <a:noFill/>
          <a:ln>
            <a:noFill/>
          </a:ln>
        </p:spPr>
        <p:txBody>
          <a:bodyPr spcFirstLastPara="1" wrap="square" lIns="91425" tIns="91425" rIns="91425" bIns="91425" anchor="t" anchorCtr="0">
            <a:noAutofit/>
          </a:bodyPr>
          <a:lstStyle/>
          <a:p>
            <a:pPr marL="342900" lvl="0" indent="-342900" algn="l" rtl="0">
              <a:lnSpc>
                <a:spcPct val="115000"/>
              </a:lnSpc>
              <a:spcBef>
                <a:spcPts val="0"/>
              </a:spcBef>
              <a:spcAft>
                <a:spcPts val="0"/>
              </a:spcAft>
              <a:buSzPts val="1400"/>
              <a:buFont typeface="Noto Sans Symbols"/>
              <a:buChar char="❑"/>
            </a:pPr>
            <a:r>
              <a:rPr lang="en" sz="1800" b="1" dirty="0">
                <a:solidFill>
                  <a:srgbClr val="C00000"/>
                </a:solidFill>
              </a:rPr>
              <a:t>What aspects of life in Pakistan do you find most challenging or dissatisfactory, prompting thoughts of emigration?</a:t>
            </a:r>
            <a:endParaRPr dirty="0"/>
          </a:p>
          <a:p>
            <a:pPr marL="0" lvl="0" indent="0" algn="l" rtl="0">
              <a:lnSpc>
                <a:spcPct val="115000"/>
              </a:lnSpc>
              <a:spcBef>
                <a:spcPts val="0"/>
              </a:spcBef>
              <a:spcAft>
                <a:spcPts val="0"/>
              </a:spcAft>
              <a:buSzPts val="1400"/>
              <a:buNone/>
            </a:pPr>
            <a:r>
              <a:rPr lang="en" sz="1800" b="1" dirty="0">
                <a:solidFill>
                  <a:srgbClr val="00004F"/>
                </a:solidFill>
              </a:rPr>
              <a:t>H  : </a:t>
            </a:r>
            <a:r>
              <a:rPr lang="en" sz="1800" dirty="0">
                <a:solidFill>
                  <a:srgbClr val="00004F"/>
                </a:solidFill>
              </a:rPr>
              <a:t>Proportion of people who find economic opportunity dissatisfactory= proportion of people who find </a:t>
            </a:r>
            <a:r>
              <a:rPr lang="en" sz="1800" dirty="0" smtClean="0">
                <a:solidFill>
                  <a:srgbClr val="00004F"/>
                </a:solidFill>
              </a:rPr>
              <a:t>political instability dissatisfactory</a:t>
            </a:r>
            <a:endParaRPr dirty="0"/>
          </a:p>
          <a:p>
            <a:pPr marL="0" lvl="0" indent="0" algn="l" rtl="0">
              <a:lnSpc>
                <a:spcPct val="115000"/>
              </a:lnSpc>
              <a:spcBef>
                <a:spcPts val="0"/>
              </a:spcBef>
              <a:spcAft>
                <a:spcPts val="0"/>
              </a:spcAft>
              <a:buSzPts val="1400"/>
              <a:buNone/>
            </a:pPr>
            <a:r>
              <a:rPr lang="en" sz="1800" b="1" dirty="0">
                <a:solidFill>
                  <a:srgbClr val="00004F"/>
                </a:solidFill>
              </a:rPr>
              <a:t>H  : </a:t>
            </a:r>
            <a:r>
              <a:rPr lang="en" sz="1800" dirty="0" smtClean="0">
                <a:solidFill>
                  <a:srgbClr val="00004F"/>
                </a:solidFill>
              </a:rPr>
              <a:t>P1&gt;P2</a:t>
            </a:r>
          </a:p>
          <a:p>
            <a:pPr marL="0" lvl="0" indent="0">
              <a:lnSpc>
                <a:spcPct val="150000"/>
              </a:lnSpc>
              <a:buNone/>
            </a:pPr>
            <a:r>
              <a:rPr lang="en-US" sz="2000" b="1" dirty="0">
                <a:solidFill>
                  <a:srgbClr val="00004F"/>
                </a:solidFill>
              </a:rPr>
              <a:t>Conclusion:</a:t>
            </a:r>
          </a:p>
          <a:p>
            <a:pPr marL="0" lvl="0" indent="0">
              <a:lnSpc>
                <a:spcPct val="150000"/>
              </a:lnSpc>
              <a:buNone/>
            </a:pPr>
            <a:r>
              <a:rPr lang="en-US" sz="2000" dirty="0">
                <a:solidFill>
                  <a:srgbClr val="00004F"/>
                </a:solidFill>
              </a:rPr>
              <a:t>After analysis we have came to conclusion that </a:t>
            </a:r>
            <a:r>
              <a:rPr lang="en" sz="2000" dirty="0">
                <a:solidFill>
                  <a:srgbClr val="00004F"/>
                </a:solidFill>
              </a:rPr>
              <a:t>so we </a:t>
            </a:r>
            <a:r>
              <a:rPr lang="en" sz="2000" b="1" dirty="0">
                <a:solidFill>
                  <a:srgbClr val="C00000"/>
                </a:solidFill>
              </a:rPr>
              <a:t>Reject</a:t>
            </a:r>
            <a:r>
              <a:rPr lang="en" sz="2000" dirty="0">
                <a:solidFill>
                  <a:srgbClr val="00004F"/>
                </a:solidFill>
              </a:rPr>
              <a:t> our null hypothesis and </a:t>
            </a:r>
            <a:r>
              <a:rPr lang="en" sz="2000" b="1" dirty="0">
                <a:solidFill>
                  <a:srgbClr val="C00000"/>
                </a:solidFill>
              </a:rPr>
              <a:t>Accept</a:t>
            </a:r>
            <a:r>
              <a:rPr lang="en" sz="2000" dirty="0">
                <a:solidFill>
                  <a:srgbClr val="00004F"/>
                </a:solidFill>
              </a:rPr>
              <a:t> our </a:t>
            </a:r>
            <a:r>
              <a:rPr lang="en" sz="2000" dirty="0" smtClean="0">
                <a:solidFill>
                  <a:srgbClr val="00004F"/>
                </a:solidFill>
              </a:rPr>
              <a:t>alternative </a:t>
            </a:r>
            <a:r>
              <a:rPr lang="en" sz="2000" dirty="0">
                <a:solidFill>
                  <a:srgbClr val="00004F"/>
                </a:solidFill>
              </a:rPr>
              <a:t>hypothesis.</a:t>
            </a:r>
            <a:endParaRPr lang="en-US" sz="2000" dirty="0">
              <a:solidFill>
                <a:srgbClr val="00004F"/>
              </a:solidFill>
            </a:endParaRPr>
          </a:p>
          <a:p>
            <a:pPr marL="0" lvl="0" indent="0" algn="l" rtl="0">
              <a:lnSpc>
                <a:spcPct val="115000"/>
              </a:lnSpc>
              <a:spcBef>
                <a:spcPts val="0"/>
              </a:spcBef>
              <a:spcAft>
                <a:spcPts val="0"/>
              </a:spcAft>
              <a:buSzPts val="1400"/>
              <a:buNone/>
            </a:pPr>
            <a:endParaRPr dirty="0"/>
          </a:p>
          <a:p>
            <a:pPr marL="0" lvl="0" indent="0">
              <a:lnSpc>
                <a:spcPct val="150000"/>
              </a:lnSpc>
              <a:buNone/>
            </a:pPr>
            <a:endParaRPr sz="2400" dirty="0">
              <a:solidFill>
                <a:srgbClr val="C00000"/>
              </a:solidFill>
            </a:endParaRPr>
          </a:p>
        </p:txBody>
      </p:sp>
      <p:sp>
        <p:nvSpPr>
          <p:cNvPr id="1117" name="Google Shape;1117;p17"/>
          <p:cNvSpPr txBox="1"/>
          <p:nvPr/>
        </p:nvSpPr>
        <p:spPr>
          <a:xfrm>
            <a:off x="881925" y="1939400"/>
            <a:ext cx="378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b="1">
                <a:solidFill>
                  <a:schemeClr val="dk1"/>
                </a:solidFill>
                <a:latin typeface="Albert Sans"/>
                <a:ea typeface="Albert Sans"/>
                <a:cs typeface="Albert Sans"/>
                <a:sym typeface="Albert Sans"/>
              </a:rPr>
              <a:t>0</a:t>
            </a:r>
            <a:endParaRPr sz="1500" b="1">
              <a:solidFill>
                <a:schemeClr val="dk1"/>
              </a:solidFill>
              <a:latin typeface="Albert Sans"/>
              <a:ea typeface="Albert Sans"/>
              <a:cs typeface="Albert Sans"/>
              <a:sym typeface="Albert Sans"/>
            </a:endParaRPr>
          </a:p>
        </p:txBody>
      </p:sp>
      <p:sp>
        <p:nvSpPr>
          <p:cNvPr id="1118" name="Google Shape;1118;p17"/>
          <p:cNvSpPr txBox="1"/>
          <p:nvPr/>
        </p:nvSpPr>
        <p:spPr>
          <a:xfrm>
            <a:off x="881925" y="2889650"/>
            <a:ext cx="2673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b="1">
                <a:solidFill>
                  <a:schemeClr val="dk1"/>
                </a:solidFill>
                <a:latin typeface="Albert Sans"/>
                <a:ea typeface="Albert Sans"/>
                <a:cs typeface="Albert Sans"/>
                <a:sym typeface="Albert Sans"/>
              </a:rPr>
              <a:t>1</a:t>
            </a:r>
            <a:endParaRPr sz="1500" b="1">
              <a:solidFill>
                <a:schemeClr val="dk1"/>
              </a:solidFill>
              <a:latin typeface="Albert Sans"/>
              <a:ea typeface="Albert Sans"/>
              <a:cs typeface="Albert Sans"/>
              <a:sym typeface="Albert Sans"/>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22"/>
        <p:cNvGrpSpPr/>
        <p:nvPr/>
      </p:nvGrpSpPr>
      <p:grpSpPr>
        <a:xfrm>
          <a:off x="0" y="0"/>
          <a:ext cx="0" cy="0"/>
          <a:chOff x="0" y="0"/>
          <a:chExt cx="0" cy="0"/>
        </a:xfrm>
      </p:grpSpPr>
      <p:sp>
        <p:nvSpPr>
          <p:cNvPr id="1123" name="Google Shape;1123;p18"/>
          <p:cNvSpPr txBox="1">
            <a:spLocks noGrp="1"/>
          </p:cNvSpPr>
          <p:nvPr>
            <p:ph type="title"/>
          </p:nvPr>
        </p:nvSpPr>
        <p:spPr>
          <a:xfrm>
            <a:off x="720000" y="539500"/>
            <a:ext cx="7704000" cy="782700"/>
          </a:xfrm>
          <a:prstGeom prst="rect">
            <a:avLst/>
          </a:prstGeom>
          <a:noFill/>
          <a:ln>
            <a:noFill/>
          </a:ln>
        </p:spPr>
        <p:txBody>
          <a:bodyPr spcFirstLastPara="1" wrap="square" lIns="91425" tIns="91425" rIns="91425" bIns="91425" anchor="t" anchorCtr="0">
            <a:noAutofit/>
          </a:bodyPr>
          <a:lstStyle/>
          <a:p>
            <a:pPr marL="457200" lvl="0" indent="0" algn="l" rtl="0">
              <a:lnSpc>
                <a:spcPct val="115000"/>
              </a:lnSpc>
              <a:spcBef>
                <a:spcPts val="0"/>
              </a:spcBef>
              <a:spcAft>
                <a:spcPts val="0"/>
              </a:spcAft>
              <a:buNone/>
            </a:pPr>
            <a:r>
              <a:rPr lang="en" sz="1700" dirty="0">
                <a:solidFill>
                  <a:srgbClr val="C00000"/>
                </a:solidFill>
                <a:latin typeface="Albert Sans"/>
                <a:ea typeface="Albert Sans"/>
                <a:cs typeface="Albert Sans"/>
                <a:sym typeface="Albert Sans"/>
              </a:rPr>
              <a:t>What aspects of life in Pakistan do you find most challenging or dissatisfactory, prompting thoughts of emigration?</a:t>
            </a:r>
            <a:endParaRPr sz="1300" b="0" dirty="0">
              <a:latin typeface="Albert Sans"/>
              <a:ea typeface="Albert Sans"/>
              <a:cs typeface="Albert Sans"/>
              <a:sym typeface="Albert Sans"/>
            </a:endParaRPr>
          </a:p>
          <a:p>
            <a:pPr marL="0" lvl="0" indent="0" algn="ctr" rtl="0">
              <a:lnSpc>
                <a:spcPct val="100000"/>
              </a:lnSpc>
              <a:spcBef>
                <a:spcPts val="0"/>
              </a:spcBef>
              <a:spcAft>
                <a:spcPts val="0"/>
              </a:spcAft>
              <a:buSzPts val="3200"/>
              <a:buNone/>
            </a:pPr>
            <a:endParaRPr dirty="0"/>
          </a:p>
        </p:txBody>
      </p:sp>
      <p:sp>
        <p:nvSpPr>
          <p:cNvPr id="1124" name="Google Shape;1124;p18"/>
          <p:cNvSpPr txBox="1">
            <a:spLocks noGrp="1"/>
          </p:cNvSpPr>
          <p:nvPr>
            <p:ph type="body" idx="1"/>
          </p:nvPr>
        </p:nvSpPr>
        <p:spPr>
          <a:xfrm>
            <a:off x="720000" y="1215750"/>
            <a:ext cx="7704000" cy="882408"/>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chemeClr val="accent1"/>
              </a:buClr>
              <a:buSzPts val="1400"/>
              <a:buFont typeface="Arial"/>
              <a:buChar char="●"/>
            </a:pPr>
            <a:r>
              <a:rPr lang="en" sz="1800" b="1" dirty="0" smtClean="0">
                <a:solidFill>
                  <a:srgbClr val="00004F"/>
                </a:solidFill>
              </a:rPr>
              <a:t>it </a:t>
            </a:r>
            <a:r>
              <a:rPr lang="en" sz="1800" b="1" dirty="0">
                <a:solidFill>
                  <a:srgbClr val="00004F"/>
                </a:solidFill>
              </a:rPr>
              <a:t>is also clear from </a:t>
            </a:r>
            <a:r>
              <a:rPr lang="en" sz="1800" b="1" dirty="0" smtClean="0">
                <a:solidFill>
                  <a:srgbClr val="00004F"/>
                </a:solidFill>
              </a:rPr>
              <a:t>demographics as well.</a:t>
            </a:r>
            <a:endParaRPr dirty="0"/>
          </a:p>
        </p:txBody>
      </p:sp>
      <p:graphicFrame>
        <p:nvGraphicFramePr>
          <p:cNvPr id="1125" name="Google Shape;1125;p18"/>
          <p:cNvGraphicFramePr/>
          <p:nvPr>
            <p:extLst>
              <p:ext uri="{D42A27DB-BD31-4B8C-83A1-F6EECF244321}">
                <p14:modId xmlns:p14="http://schemas.microsoft.com/office/powerpoint/2010/main" val="1462704532"/>
              </p:ext>
            </p:extLst>
          </p:nvPr>
        </p:nvGraphicFramePr>
        <p:xfrm>
          <a:off x="1045634" y="1950649"/>
          <a:ext cx="7052732" cy="2454835"/>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29"/>
        <p:cNvGrpSpPr/>
        <p:nvPr/>
      </p:nvGrpSpPr>
      <p:grpSpPr>
        <a:xfrm>
          <a:off x="0" y="0"/>
          <a:ext cx="0" cy="0"/>
          <a:chOff x="0" y="0"/>
          <a:chExt cx="0" cy="0"/>
        </a:xfrm>
      </p:grpSpPr>
      <p:sp>
        <p:nvSpPr>
          <p:cNvPr id="1130" name="Google Shape;1130;p103"/>
          <p:cNvSpPr txBox="1">
            <a:spLocks noGrp="1"/>
          </p:cNvSpPr>
          <p:nvPr>
            <p:ph type="title"/>
          </p:nvPr>
        </p:nvSpPr>
        <p:spPr>
          <a:xfrm>
            <a:off x="589370" y="998923"/>
            <a:ext cx="7811576" cy="806823"/>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200"/>
              <a:buNone/>
            </a:pPr>
            <a:r>
              <a:rPr lang="en"/>
              <a:t>Observation # 7</a:t>
            </a:r>
            <a:endParaRPr/>
          </a:p>
        </p:txBody>
      </p:sp>
      <p:sp>
        <p:nvSpPr>
          <p:cNvPr id="1131" name="Google Shape;1131;p103"/>
          <p:cNvSpPr txBox="1">
            <a:spLocks noGrp="1"/>
          </p:cNvSpPr>
          <p:nvPr>
            <p:ph type="subTitle" idx="2"/>
          </p:nvPr>
        </p:nvSpPr>
        <p:spPr>
          <a:xfrm>
            <a:off x="827577" y="1675119"/>
            <a:ext cx="7573370" cy="2674045"/>
          </a:xfrm>
          <a:prstGeom prst="rect">
            <a:avLst/>
          </a:prstGeom>
          <a:noFill/>
          <a:ln>
            <a:noFill/>
          </a:ln>
        </p:spPr>
        <p:txBody>
          <a:bodyPr spcFirstLastPara="1" wrap="square" lIns="91425" tIns="91425" rIns="91425" bIns="91425" anchor="t" anchorCtr="0">
            <a:noAutofit/>
          </a:bodyPr>
          <a:lstStyle/>
          <a:p>
            <a:pPr marL="285750" lvl="0" indent="-285750" algn="l" rtl="0">
              <a:lnSpc>
                <a:spcPct val="115000"/>
              </a:lnSpc>
              <a:spcBef>
                <a:spcPts val="0"/>
              </a:spcBef>
              <a:spcAft>
                <a:spcPts val="0"/>
              </a:spcAft>
              <a:buSzPts val="1400"/>
              <a:buFont typeface="Noto Sans Symbols"/>
              <a:buChar char="❑"/>
            </a:pPr>
            <a:r>
              <a:rPr lang="en" sz="2000" b="1">
                <a:solidFill>
                  <a:srgbClr val="C00000"/>
                </a:solidFill>
              </a:rPr>
              <a:t>How important is cultural familiarity in your desired destination?</a:t>
            </a:r>
            <a:endParaRPr/>
          </a:p>
          <a:p>
            <a:pPr marL="285750" lvl="0" indent="-285750" algn="l" rtl="0">
              <a:lnSpc>
                <a:spcPct val="114999"/>
              </a:lnSpc>
              <a:spcBef>
                <a:spcPts val="0"/>
              </a:spcBef>
              <a:spcAft>
                <a:spcPts val="0"/>
              </a:spcAft>
              <a:buSzPts val="1400"/>
              <a:buFont typeface="Arial"/>
              <a:buChar char="•"/>
            </a:pPr>
            <a:r>
              <a:rPr lang="en" sz="2000"/>
              <a:t>Sample size : </a:t>
            </a:r>
            <a:r>
              <a:rPr lang="en" sz="2000">
                <a:solidFill>
                  <a:srgbClr val="C00000"/>
                </a:solidFill>
              </a:rPr>
              <a:t>200</a:t>
            </a:r>
            <a:endParaRPr/>
          </a:p>
          <a:p>
            <a:pPr marL="285750" lvl="0" indent="-285750" algn="l" rtl="0">
              <a:lnSpc>
                <a:spcPct val="115000"/>
              </a:lnSpc>
              <a:spcBef>
                <a:spcPts val="0"/>
              </a:spcBef>
              <a:spcAft>
                <a:spcPts val="0"/>
              </a:spcAft>
              <a:buSzPts val="1400"/>
              <a:buFont typeface="Arial"/>
              <a:buChar char="•"/>
            </a:pPr>
            <a:r>
              <a:rPr lang="en" sz="2000"/>
              <a:t>Sampling Technique: </a:t>
            </a:r>
            <a:r>
              <a:rPr lang="en" sz="2000">
                <a:solidFill>
                  <a:srgbClr val="C00000"/>
                </a:solidFill>
              </a:rPr>
              <a:t>z distribution, confidence interval</a:t>
            </a:r>
            <a:endParaRPr sz="2000">
              <a:solidFill>
                <a:srgbClr val="C00000"/>
              </a:solidFill>
            </a:endParaRPr>
          </a:p>
          <a:p>
            <a:pPr marL="285750" lvl="0" indent="-196850" algn="l" rtl="0">
              <a:lnSpc>
                <a:spcPct val="115000"/>
              </a:lnSpc>
              <a:spcBef>
                <a:spcPts val="0"/>
              </a:spcBef>
              <a:spcAft>
                <a:spcPts val="0"/>
              </a:spcAft>
              <a:buSzPts val="1400"/>
              <a:buFont typeface="Arial"/>
              <a:buNone/>
            </a:pPr>
            <a:endParaRPr sz="1800" b="1">
              <a:solidFill>
                <a:srgbClr val="C00000"/>
              </a:solidFill>
            </a:endParaRPr>
          </a:p>
          <a:p>
            <a:pPr marL="0" lvl="0" indent="0" algn="l" rtl="0">
              <a:lnSpc>
                <a:spcPct val="115000"/>
              </a:lnSpc>
              <a:spcBef>
                <a:spcPts val="0"/>
              </a:spcBef>
              <a:spcAft>
                <a:spcPts val="0"/>
              </a:spcAft>
              <a:buSzPts val="1400"/>
              <a:buNone/>
            </a:pPr>
            <a:r>
              <a:rPr lang="en" sz="1800" b="1">
                <a:solidFill>
                  <a:srgbClr val="00004F"/>
                </a:solidFill>
              </a:rPr>
              <a:t>Results (95% Confidence Interval)</a:t>
            </a:r>
            <a:endParaRPr/>
          </a:p>
          <a:p>
            <a:pPr marL="285750" lvl="0" indent="-285750" algn="l" rtl="0">
              <a:lnSpc>
                <a:spcPct val="115000"/>
              </a:lnSpc>
              <a:spcBef>
                <a:spcPts val="0"/>
              </a:spcBef>
              <a:spcAft>
                <a:spcPts val="0"/>
              </a:spcAft>
              <a:buSzPts val="1400"/>
              <a:buFont typeface="Arial"/>
              <a:buChar char="•"/>
            </a:pPr>
            <a:r>
              <a:rPr lang="en" sz="2000">
                <a:solidFill>
                  <a:srgbClr val="00004F"/>
                </a:solidFill>
              </a:rPr>
              <a:t>0.520 &lt; </a:t>
            </a:r>
            <a:r>
              <a:rPr lang="en" sz="1800">
                <a:solidFill>
                  <a:srgbClr val="00004F"/>
                </a:solidFill>
              </a:rPr>
              <a:t>proportion of people desiring cultural familiarity</a:t>
            </a:r>
            <a:r>
              <a:rPr lang="en" sz="2000">
                <a:solidFill>
                  <a:srgbClr val="00004F"/>
                </a:solidFill>
              </a:rPr>
              <a:t> &lt; 0.658</a:t>
            </a:r>
            <a:endParaRPr/>
          </a:p>
          <a:p>
            <a:pPr marL="285750" lvl="0" indent="-196850" algn="l" rtl="0">
              <a:lnSpc>
                <a:spcPct val="115000"/>
              </a:lnSpc>
              <a:spcBef>
                <a:spcPts val="0"/>
              </a:spcBef>
              <a:spcAft>
                <a:spcPts val="0"/>
              </a:spcAft>
              <a:buSzPts val="1400"/>
              <a:buFont typeface="Arial"/>
              <a:buNone/>
            </a:pPr>
            <a:endParaRPr sz="2000">
              <a:solidFill>
                <a:srgbClr val="00004F"/>
              </a:solidFill>
            </a:endParaRPr>
          </a:p>
          <a:p>
            <a:pPr marL="0" lvl="0" indent="0" algn="l" rtl="0">
              <a:lnSpc>
                <a:spcPct val="115000"/>
              </a:lnSpc>
              <a:spcBef>
                <a:spcPts val="0"/>
              </a:spcBef>
              <a:spcAft>
                <a:spcPts val="0"/>
              </a:spcAft>
              <a:buSzPts val="1400"/>
              <a:buNone/>
            </a:pPr>
            <a:endParaRPr sz="2000" b="1">
              <a:solidFill>
                <a:srgbClr val="00004F"/>
              </a:solidFill>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35"/>
        <p:cNvGrpSpPr/>
        <p:nvPr/>
      </p:nvGrpSpPr>
      <p:grpSpPr>
        <a:xfrm>
          <a:off x="0" y="0"/>
          <a:ext cx="0" cy="0"/>
          <a:chOff x="0" y="0"/>
          <a:chExt cx="0" cy="0"/>
        </a:xfrm>
      </p:grpSpPr>
      <p:sp>
        <p:nvSpPr>
          <p:cNvPr id="1136" name="Google Shape;1136;p104"/>
          <p:cNvSpPr txBox="1">
            <a:spLocks noGrp="1"/>
          </p:cNvSpPr>
          <p:nvPr>
            <p:ph type="title"/>
          </p:nvPr>
        </p:nvSpPr>
        <p:spPr>
          <a:xfrm>
            <a:off x="589370" y="998923"/>
            <a:ext cx="7811576" cy="806823"/>
          </a:xfrm>
          <a:prstGeom prst="rect">
            <a:avLst/>
          </a:prstGeom>
          <a:noFill/>
          <a:ln>
            <a:noFill/>
          </a:ln>
        </p:spPr>
        <p:txBody>
          <a:bodyPr spcFirstLastPara="1" wrap="square" lIns="91425" tIns="91425" rIns="91425" bIns="91425" anchor="t" anchorCtr="0">
            <a:noAutofit/>
          </a:bodyPr>
          <a:lstStyle/>
          <a:p>
            <a:pPr marL="457200" lvl="0" indent="0" algn="l" rtl="0">
              <a:lnSpc>
                <a:spcPct val="115000"/>
              </a:lnSpc>
              <a:spcBef>
                <a:spcPts val="0"/>
              </a:spcBef>
              <a:spcAft>
                <a:spcPts val="0"/>
              </a:spcAft>
              <a:buNone/>
            </a:pPr>
            <a:r>
              <a:rPr lang="en" sz="2000">
                <a:solidFill>
                  <a:srgbClr val="C00000"/>
                </a:solidFill>
                <a:latin typeface="Albert Sans"/>
                <a:ea typeface="Albert Sans"/>
                <a:cs typeface="Albert Sans"/>
                <a:sym typeface="Albert Sans"/>
              </a:rPr>
              <a:t>How important is cultural familiarity in your desired destination?</a:t>
            </a:r>
            <a:endParaRPr/>
          </a:p>
        </p:txBody>
      </p:sp>
      <p:sp>
        <p:nvSpPr>
          <p:cNvPr id="1137" name="Google Shape;1137;p104"/>
          <p:cNvSpPr txBox="1">
            <a:spLocks noGrp="1"/>
          </p:cNvSpPr>
          <p:nvPr>
            <p:ph type="subTitle" idx="2"/>
          </p:nvPr>
        </p:nvSpPr>
        <p:spPr>
          <a:xfrm>
            <a:off x="827577" y="1944059"/>
            <a:ext cx="7573370" cy="2412788"/>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sz="2800" b="1">
                <a:solidFill>
                  <a:srgbClr val="00004F"/>
                </a:solidFill>
              </a:rPr>
              <a:t>Conclusion</a:t>
            </a:r>
            <a:endParaRPr/>
          </a:p>
          <a:p>
            <a:pPr marL="0" lvl="0" indent="0" algn="l" rtl="0">
              <a:lnSpc>
                <a:spcPct val="115000"/>
              </a:lnSpc>
              <a:spcBef>
                <a:spcPts val="0"/>
              </a:spcBef>
              <a:spcAft>
                <a:spcPts val="0"/>
              </a:spcAft>
              <a:buSzPts val="1400"/>
              <a:buNone/>
            </a:pPr>
            <a:r>
              <a:rPr lang="en" sz="1800"/>
              <a:t>The obtained 95% confidence interval (0.520 to 0.658) suggests a substantial level of importance for cultural familiarity in people's desired destinations. This broad range implies that the true proportion of individuals considering cultural familiarity is likely to fall within this interval. </a:t>
            </a:r>
            <a:endParaRPr sz="2800" b="1">
              <a:solidFill>
                <a:srgbClr val="00004F"/>
              </a:solidFill>
            </a:endParaRPr>
          </a:p>
          <a:p>
            <a:pPr marL="342900" lvl="0" indent="-254000" algn="l" rtl="0">
              <a:lnSpc>
                <a:spcPct val="115000"/>
              </a:lnSpc>
              <a:spcBef>
                <a:spcPts val="0"/>
              </a:spcBef>
              <a:spcAft>
                <a:spcPts val="0"/>
              </a:spcAft>
              <a:buSzPts val="1400"/>
              <a:buFont typeface="Arial"/>
              <a:buNone/>
            </a:pPr>
            <a:endParaRPr sz="2800" b="1">
              <a:solidFill>
                <a:srgbClr val="00004F"/>
              </a:solidFill>
            </a:endParaRPr>
          </a:p>
          <a:p>
            <a:pPr marL="285750" lvl="0" indent="-196850" algn="l" rtl="0">
              <a:lnSpc>
                <a:spcPct val="115000"/>
              </a:lnSpc>
              <a:spcBef>
                <a:spcPts val="0"/>
              </a:spcBef>
              <a:spcAft>
                <a:spcPts val="0"/>
              </a:spcAft>
              <a:buSzPts val="1400"/>
              <a:buFont typeface="Arial"/>
              <a:buNone/>
            </a:pPr>
            <a:endParaRPr sz="2000">
              <a:solidFill>
                <a:srgbClr val="00004F"/>
              </a:solidFill>
            </a:endParaRPr>
          </a:p>
          <a:p>
            <a:pPr marL="0" lvl="0" indent="0" algn="l" rtl="0">
              <a:lnSpc>
                <a:spcPct val="115000"/>
              </a:lnSpc>
              <a:spcBef>
                <a:spcPts val="0"/>
              </a:spcBef>
              <a:spcAft>
                <a:spcPts val="0"/>
              </a:spcAft>
              <a:buSzPts val="1400"/>
              <a:buNone/>
            </a:pPr>
            <a:endParaRPr sz="2000" b="1">
              <a:solidFill>
                <a:srgbClr val="00004F"/>
              </a:solidFill>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41"/>
        <p:cNvGrpSpPr/>
        <p:nvPr/>
      </p:nvGrpSpPr>
      <p:grpSpPr>
        <a:xfrm>
          <a:off x="0" y="0"/>
          <a:ext cx="0" cy="0"/>
          <a:chOff x="0" y="0"/>
          <a:chExt cx="0" cy="0"/>
        </a:xfrm>
      </p:grpSpPr>
      <p:sp>
        <p:nvSpPr>
          <p:cNvPr id="1142" name="Google Shape;1142;p105"/>
          <p:cNvSpPr txBox="1">
            <a:spLocks noGrp="1"/>
          </p:cNvSpPr>
          <p:nvPr>
            <p:ph type="title"/>
          </p:nvPr>
        </p:nvSpPr>
        <p:spPr>
          <a:xfrm>
            <a:off x="720000" y="539500"/>
            <a:ext cx="77040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200"/>
              <a:buNone/>
            </a:pPr>
            <a:r>
              <a:rPr lang="en"/>
              <a:t>Observation # 8</a:t>
            </a:r>
            <a:endParaRPr/>
          </a:p>
        </p:txBody>
      </p:sp>
      <p:sp>
        <p:nvSpPr>
          <p:cNvPr id="1143" name="Google Shape;1143;p105"/>
          <p:cNvSpPr txBox="1">
            <a:spLocks noGrp="1"/>
          </p:cNvSpPr>
          <p:nvPr>
            <p:ph type="body" idx="1"/>
          </p:nvPr>
        </p:nvSpPr>
        <p:spPr>
          <a:xfrm>
            <a:off x="720000" y="1215749"/>
            <a:ext cx="7704000" cy="3320809"/>
          </a:xfrm>
          <a:prstGeom prst="rect">
            <a:avLst/>
          </a:prstGeom>
          <a:noFill/>
          <a:ln>
            <a:noFill/>
          </a:ln>
        </p:spPr>
        <p:txBody>
          <a:bodyPr spcFirstLastPara="1" wrap="square" lIns="91425" tIns="91425" rIns="91425" bIns="91425" anchor="t" anchorCtr="0">
            <a:noAutofit/>
          </a:bodyPr>
          <a:lstStyle/>
          <a:p>
            <a:pPr marL="342900" lvl="0" indent="-342900" algn="l" rtl="0">
              <a:lnSpc>
                <a:spcPct val="114999"/>
              </a:lnSpc>
              <a:spcBef>
                <a:spcPts val="0"/>
              </a:spcBef>
              <a:spcAft>
                <a:spcPts val="0"/>
              </a:spcAft>
              <a:buSzPts val="1400"/>
              <a:buFont typeface="Noto Sans Symbols"/>
              <a:buChar char="❑"/>
            </a:pPr>
            <a:r>
              <a:rPr lang="en" sz="1800" b="1" dirty="0">
                <a:solidFill>
                  <a:srgbClr val="C00000"/>
                </a:solidFill>
              </a:rPr>
              <a:t>Have you experienced challenges in cultural integration while abroad?</a:t>
            </a:r>
            <a:endParaRPr b="1" dirty="0">
              <a:solidFill>
                <a:srgbClr val="00006A"/>
              </a:solidFill>
            </a:endParaRPr>
          </a:p>
          <a:p>
            <a:pPr marL="0" lvl="0" indent="0" algn="l" rtl="0">
              <a:lnSpc>
                <a:spcPct val="115000"/>
              </a:lnSpc>
              <a:spcBef>
                <a:spcPts val="0"/>
              </a:spcBef>
              <a:spcAft>
                <a:spcPts val="0"/>
              </a:spcAft>
              <a:buSzPts val="1400"/>
              <a:buNone/>
            </a:pPr>
            <a:r>
              <a:rPr lang="en" sz="1800" b="1" dirty="0">
                <a:solidFill>
                  <a:srgbClr val="00004F"/>
                </a:solidFill>
              </a:rPr>
              <a:t>H  : </a:t>
            </a:r>
            <a:r>
              <a:rPr lang="en" sz="1800" dirty="0">
                <a:solidFill>
                  <a:srgbClr val="00004F"/>
                </a:solidFill>
              </a:rPr>
              <a:t>Proportion of people who find no cultural challenges = proportion of people who find cultural challenges</a:t>
            </a:r>
            <a:endParaRPr dirty="0"/>
          </a:p>
          <a:p>
            <a:pPr marL="0" lvl="0" indent="0" algn="l" rtl="0">
              <a:lnSpc>
                <a:spcPct val="115000"/>
              </a:lnSpc>
              <a:spcBef>
                <a:spcPts val="0"/>
              </a:spcBef>
              <a:spcAft>
                <a:spcPts val="0"/>
              </a:spcAft>
              <a:buSzPts val="1400"/>
              <a:buNone/>
            </a:pPr>
            <a:r>
              <a:rPr lang="en" sz="1800" b="1" dirty="0">
                <a:solidFill>
                  <a:srgbClr val="00004F"/>
                </a:solidFill>
              </a:rPr>
              <a:t>H : </a:t>
            </a:r>
            <a:r>
              <a:rPr lang="en" sz="1800" dirty="0">
                <a:solidFill>
                  <a:srgbClr val="00004F"/>
                </a:solidFill>
              </a:rPr>
              <a:t>P1&lt;P2</a:t>
            </a:r>
            <a:endParaRPr dirty="0"/>
          </a:p>
          <a:p>
            <a:pPr marL="0" lvl="0" indent="0">
              <a:lnSpc>
                <a:spcPct val="150000"/>
              </a:lnSpc>
              <a:buNone/>
            </a:pPr>
            <a:r>
              <a:rPr lang="en-US" sz="2000" b="1" dirty="0">
                <a:solidFill>
                  <a:srgbClr val="00004F"/>
                </a:solidFill>
              </a:rPr>
              <a:t>Conclusion:</a:t>
            </a:r>
          </a:p>
          <a:p>
            <a:pPr marL="0" lvl="0" indent="0">
              <a:lnSpc>
                <a:spcPct val="150000"/>
              </a:lnSpc>
              <a:buNone/>
            </a:pPr>
            <a:r>
              <a:rPr lang="en-US" sz="2000" dirty="0">
                <a:solidFill>
                  <a:srgbClr val="00004F"/>
                </a:solidFill>
              </a:rPr>
              <a:t>After analysis we have came to conclusion that </a:t>
            </a:r>
            <a:r>
              <a:rPr lang="en" sz="2000" dirty="0">
                <a:solidFill>
                  <a:srgbClr val="00004F"/>
                </a:solidFill>
              </a:rPr>
              <a:t>so we </a:t>
            </a:r>
            <a:r>
              <a:rPr lang="en" sz="2000" b="1" dirty="0">
                <a:solidFill>
                  <a:srgbClr val="C00000"/>
                </a:solidFill>
              </a:rPr>
              <a:t>Reject</a:t>
            </a:r>
            <a:r>
              <a:rPr lang="en" sz="2000" dirty="0">
                <a:solidFill>
                  <a:srgbClr val="00004F"/>
                </a:solidFill>
              </a:rPr>
              <a:t> our null hypothesis and </a:t>
            </a:r>
            <a:r>
              <a:rPr lang="en" sz="2000" b="1" dirty="0">
                <a:solidFill>
                  <a:srgbClr val="C00000"/>
                </a:solidFill>
              </a:rPr>
              <a:t>Accept</a:t>
            </a:r>
            <a:r>
              <a:rPr lang="en" sz="2000" dirty="0">
                <a:solidFill>
                  <a:srgbClr val="00004F"/>
                </a:solidFill>
              </a:rPr>
              <a:t> our </a:t>
            </a:r>
            <a:r>
              <a:rPr lang="en" sz="2000" dirty="0" smtClean="0">
                <a:solidFill>
                  <a:srgbClr val="00004F"/>
                </a:solidFill>
              </a:rPr>
              <a:t>alternative </a:t>
            </a:r>
            <a:r>
              <a:rPr lang="en" sz="2000" dirty="0">
                <a:solidFill>
                  <a:srgbClr val="00004F"/>
                </a:solidFill>
              </a:rPr>
              <a:t>hypothesis.</a:t>
            </a:r>
            <a:endParaRPr lang="en-US" sz="2000" dirty="0">
              <a:solidFill>
                <a:srgbClr val="00004F"/>
              </a:solidFill>
            </a:endParaRPr>
          </a:p>
        </p:txBody>
      </p:sp>
      <p:sp>
        <p:nvSpPr>
          <p:cNvPr id="1144" name="Google Shape;1144;p105"/>
          <p:cNvSpPr txBox="1"/>
          <p:nvPr/>
        </p:nvSpPr>
        <p:spPr>
          <a:xfrm>
            <a:off x="884175" y="1925100"/>
            <a:ext cx="2895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b="1">
                <a:solidFill>
                  <a:schemeClr val="dk1"/>
                </a:solidFill>
                <a:latin typeface="Albert Sans"/>
                <a:ea typeface="Albert Sans"/>
                <a:cs typeface="Albert Sans"/>
                <a:sym typeface="Albert Sans"/>
              </a:rPr>
              <a:t>0</a:t>
            </a:r>
            <a:endParaRPr sz="1500" b="1">
              <a:solidFill>
                <a:schemeClr val="dk1"/>
              </a:solidFill>
              <a:latin typeface="Albert Sans"/>
              <a:ea typeface="Albert Sans"/>
              <a:cs typeface="Albert Sans"/>
              <a:sym typeface="Albert Sans"/>
            </a:endParaRPr>
          </a:p>
        </p:txBody>
      </p:sp>
      <p:sp>
        <p:nvSpPr>
          <p:cNvPr id="1145" name="Google Shape;1145;p105"/>
          <p:cNvSpPr txBox="1"/>
          <p:nvPr/>
        </p:nvSpPr>
        <p:spPr>
          <a:xfrm>
            <a:off x="884175" y="2596075"/>
            <a:ext cx="2895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b="1">
                <a:solidFill>
                  <a:schemeClr val="dk1"/>
                </a:solidFill>
                <a:latin typeface="Albert Sans"/>
                <a:ea typeface="Albert Sans"/>
                <a:cs typeface="Albert Sans"/>
                <a:sym typeface="Albert Sans"/>
              </a:rPr>
              <a:t>1</a:t>
            </a:r>
            <a:endParaRPr sz="1500" b="1">
              <a:solidFill>
                <a:schemeClr val="dk1"/>
              </a:solidFill>
              <a:latin typeface="Albert Sans"/>
              <a:ea typeface="Albert Sans"/>
              <a:cs typeface="Albert Sans"/>
              <a:sym typeface="Albert Sans"/>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49"/>
        <p:cNvGrpSpPr/>
        <p:nvPr/>
      </p:nvGrpSpPr>
      <p:grpSpPr>
        <a:xfrm>
          <a:off x="0" y="0"/>
          <a:ext cx="0" cy="0"/>
          <a:chOff x="0" y="0"/>
          <a:chExt cx="0" cy="0"/>
        </a:xfrm>
      </p:grpSpPr>
      <p:sp>
        <p:nvSpPr>
          <p:cNvPr id="1150" name="Google Shape;1150;p106"/>
          <p:cNvSpPr txBox="1">
            <a:spLocks noGrp="1"/>
          </p:cNvSpPr>
          <p:nvPr>
            <p:ph type="title"/>
          </p:nvPr>
        </p:nvSpPr>
        <p:spPr>
          <a:xfrm>
            <a:off x="720000" y="539500"/>
            <a:ext cx="7704000" cy="572700"/>
          </a:xfrm>
          <a:prstGeom prst="rect">
            <a:avLst/>
          </a:prstGeom>
          <a:noFill/>
          <a:ln>
            <a:noFill/>
          </a:ln>
        </p:spPr>
        <p:txBody>
          <a:bodyPr spcFirstLastPara="1" wrap="square" lIns="91425" tIns="91425" rIns="91425" bIns="91425" anchor="t" anchorCtr="0">
            <a:noAutofit/>
          </a:bodyPr>
          <a:lstStyle/>
          <a:p>
            <a:pPr marL="457200" lvl="0" indent="0" algn="l" rtl="0">
              <a:lnSpc>
                <a:spcPct val="114999"/>
              </a:lnSpc>
              <a:spcBef>
                <a:spcPts val="0"/>
              </a:spcBef>
              <a:spcAft>
                <a:spcPts val="0"/>
              </a:spcAft>
              <a:buNone/>
            </a:pPr>
            <a:r>
              <a:rPr lang="en" sz="1800">
                <a:solidFill>
                  <a:srgbClr val="C00000"/>
                </a:solidFill>
                <a:latin typeface="Albert Sans"/>
                <a:ea typeface="Albert Sans"/>
                <a:cs typeface="Albert Sans"/>
                <a:sym typeface="Albert Sans"/>
              </a:rPr>
              <a:t>Have you experienced challenges in cultural integration while abroad?</a:t>
            </a:r>
            <a:endParaRPr/>
          </a:p>
        </p:txBody>
      </p:sp>
      <p:sp>
        <p:nvSpPr>
          <p:cNvPr id="1151" name="Google Shape;1151;p106"/>
          <p:cNvSpPr txBox="1">
            <a:spLocks noGrp="1"/>
          </p:cNvSpPr>
          <p:nvPr>
            <p:ph type="body" idx="1"/>
          </p:nvPr>
        </p:nvSpPr>
        <p:spPr>
          <a:xfrm>
            <a:off x="720000" y="1215751"/>
            <a:ext cx="7704000" cy="48351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chemeClr val="accent1"/>
              </a:buClr>
              <a:buSzPts val="1400"/>
              <a:buFont typeface="Arial"/>
              <a:buChar char="●"/>
            </a:pPr>
            <a:r>
              <a:rPr lang="en" sz="1800" b="1" dirty="0" smtClean="0">
                <a:solidFill>
                  <a:srgbClr val="00004F"/>
                </a:solidFill>
              </a:rPr>
              <a:t>it </a:t>
            </a:r>
            <a:r>
              <a:rPr lang="en" sz="1800" b="1" dirty="0">
                <a:solidFill>
                  <a:srgbClr val="00004F"/>
                </a:solidFill>
              </a:rPr>
              <a:t>is also clear from </a:t>
            </a:r>
            <a:r>
              <a:rPr lang="en" sz="1800" b="1" dirty="0" smtClean="0">
                <a:solidFill>
                  <a:srgbClr val="00004F"/>
                </a:solidFill>
              </a:rPr>
              <a:t>demographics as well</a:t>
            </a:r>
            <a:r>
              <a:rPr lang="en" b="1" dirty="0" smtClean="0">
                <a:solidFill>
                  <a:srgbClr val="00004F"/>
                </a:solidFill>
              </a:rPr>
              <a:t>.</a:t>
            </a:r>
            <a:endParaRPr dirty="0"/>
          </a:p>
        </p:txBody>
      </p:sp>
      <p:graphicFrame>
        <p:nvGraphicFramePr>
          <p:cNvPr id="1152" name="Google Shape;1152;p106"/>
          <p:cNvGraphicFramePr/>
          <p:nvPr>
            <p:extLst>
              <p:ext uri="{D42A27DB-BD31-4B8C-83A1-F6EECF244321}">
                <p14:modId xmlns:p14="http://schemas.microsoft.com/office/powerpoint/2010/main" val="295640424"/>
              </p:ext>
            </p:extLst>
          </p:nvPr>
        </p:nvGraphicFramePr>
        <p:xfrm>
          <a:off x="1159934" y="2199290"/>
          <a:ext cx="7061200" cy="2404459"/>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56"/>
        <p:cNvGrpSpPr/>
        <p:nvPr/>
      </p:nvGrpSpPr>
      <p:grpSpPr>
        <a:xfrm>
          <a:off x="0" y="0"/>
          <a:ext cx="0" cy="0"/>
          <a:chOff x="0" y="0"/>
          <a:chExt cx="0" cy="0"/>
        </a:xfrm>
      </p:grpSpPr>
      <p:sp>
        <p:nvSpPr>
          <p:cNvPr id="1157" name="Google Shape;1157;p107"/>
          <p:cNvSpPr txBox="1">
            <a:spLocks noGrp="1"/>
          </p:cNvSpPr>
          <p:nvPr>
            <p:ph type="title"/>
          </p:nvPr>
        </p:nvSpPr>
        <p:spPr>
          <a:xfrm>
            <a:off x="720000" y="539500"/>
            <a:ext cx="77040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200"/>
              <a:buNone/>
            </a:pPr>
            <a:r>
              <a:rPr lang="en"/>
              <a:t>Observation # 9</a:t>
            </a:r>
            <a:endParaRPr/>
          </a:p>
        </p:txBody>
      </p:sp>
      <p:sp>
        <p:nvSpPr>
          <p:cNvPr id="1158" name="Google Shape;1158;p107"/>
          <p:cNvSpPr txBox="1">
            <a:spLocks noGrp="1"/>
          </p:cNvSpPr>
          <p:nvPr>
            <p:ph type="body" idx="1"/>
          </p:nvPr>
        </p:nvSpPr>
        <p:spPr>
          <a:xfrm>
            <a:off x="720000" y="1215749"/>
            <a:ext cx="7704000" cy="3320809"/>
          </a:xfrm>
          <a:prstGeom prst="rect">
            <a:avLst/>
          </a:prstGeom>
          <a:noFill/>
          <a:ln>
            <a:noFill/>
          </a:ln>
        </p:spPr>
        <p:txBody>
          <a:bodyPr spcFirstLastPara="1" wrap="square" lIns="91425" tIns="91425" rIns="91425" bIns="91425" anchor="t" anchorCtr="0">
            <a:noAutofit/>
          </a:bodyPr>
          <a:lstStyle/>
          <a:p>
            <a:pPr marL="342900" lvl="0" indent="-342900" algn="l" rtl="0">
              <a:lnSpc>
                <a:spcPct val="114999"/>
              </a:lnSpc>
              <a:spcBef>
                <a:spcPts val="0"/>
              </a:spcBef>
              <a:spcAft>
                <a:spcPts val="0"/>
              </a:spcAft>
              <a:buSzPts val="1400"/>
              <a:buFont typeface="Noto Sans Symbols"/>
              <a:buChar char="❑"/>
            </a:pPr>
            <a:r>
              <a:rPr lang="en" sz="1800" b="1" dirty="0">
                <a:solidFill>
                  <a:srgbClr val="C00000"/>
                </a:solidFill>
              </a:rPr>
              <a:t>How important is a supportive expatriate community in your destination?</a:t>
            </a:r>
            <a:endParaRPr b="1" dirty="0">
              <a:solidFill>
                <a:srgbClr val="00006A"/>
              </a:solidFill>
            </a:endParaRPr>
          </a:p>
          <a:p>
            <a:pPr marL="0" lvl="0" indent="0" algn="l" rtl="0">
              <a:lnSpc>
                <a:spcPct val="115000"/>
              </a:lnSpc>
              <a:spcBef>
                <a:spcPts val="0"/>
              </a:spcBef>
              <a:spcAft>
                <a:spcPts val="0"/>
              </a:spcAft>
              <a:buSzPts val="1400"/>
              <a:buNone/>
            </a:pPr>
            <a:r>
              <a:rPr lang="en" sz="1800" b="1" dirty="0">
                <a:solidFill>
                  <a:srgbClr val="00004F"/>
                </a:solidFill>
              </a:rPr>
              <a:t>H  : </a:t>
            </a:r>
            <a:r>
              <a:rPr lang="en" sz="1800" dirty="0">
                <a:solidFill>
                  <a:srgbClr val="00004F"/>
                </a:solidFill>
              </a:rPr>
              <a:t>Proportion of people who find supportive community important = proportion of people who don't find it important</a:t>
            </a:r>
            <a:endParaRPr dirty="0"/>
          </a:p>
          <a:p>
            <a:pPr marL="0" lvl="0" indent="0" algn="l" rtl="0">
              <a:lnSpc>
                <a:spcPct val="114999"/>
              </a:lnSpc>
              <a:spcBef>
                <a:spcPts val="0"/>
              </a:spcBef>
              <a:spcAft>
                <a:spcPts val="0"/>
              </a:spcAft>
              <a:buSzPts val="1400"/>
              <a:buNone/>
            </a:pPr>
            <a:r>
              <a:rPr lang="en" sz="1800" b="1" dirty="0">
                <a:solidFill>
                  <a:srgbClr val="00004F"/>
                </a:solidFill>
              </a:rPr>
              <a:t>H  : </a:t>
            </a:r>
            <a:r>
              <a:rPr lang="en" sz="1800" dirty="0">
                <a:solidFill>
                  <a:srgbClr val="00004F"/>
                </a:solidFill>
              </a:rPr>
              <a:t>P1&gt;P2</a:t>
            </a:r>
            <a:endParaRPr dirty="0"/>
          </a:p>
          <a:p>
            <a:pPr marL="0" lvl="0" indent="0">
              <a:lnSpc>
                <a:spcPct val="150000"/>
              </a:lnSpc>
              <a:buNone/>
            </a:pPr>
            <a:r>
              <a:rPr lang="en-US" sz="2000" b="1" dirty="0">
                <a:solidFill>
                  <a:srgbClr val="00004F"/>
                </a:solidFill>
              </a:rPr>
              <a:t>Conclusion:</a:t>
            </a:r>
          </a:p>
          <a:p>
            <a:pPr marL="0" lvl="0" indent="0">
              <a:lnSpc>
                <a:spcPct val="150000"/>
              </a:lnSpc>
              <a:buNone/>
            </a:pPr>
            <a:r>
              <a:rPr lang="en-US" sz="2000" dirty="0">
                <a:solidFill>
                  <a:srgbClr val="00004F"/>
                </a:solidFill>
              </a:rPr>
              <a:t>After analysis we have came to conclusion that </a:t>
            </a:r>
            <a:r>
              <a:rPr lang="en" sz="2000" dirty="0">
                <a:solidFill>
                  <a:srgbClr val="00004F"/>
                </a:solidFill>
              </a:rPr>
              <a:t>so we </a:t>
            </a:r>
            <a:r>
              <a:rPr lang="en" sz="2000" b="1" dirty="0">
                <a:solidFill>
                  <a:srgbClr val="C00000"/>
                </a:solidFill>
              </a:rPr>
              <a:t>Reject</a:t>
            </a:r>
            <a:r>
              <a:rPr lang="en" sz="2000" dirty="0">
                <a:solidFill>
                  <a:srgbClr val="00004F"/>
                </a:solidFill>
              </a:rPr>
              <a:t> our null hypothesis and </a:t>
            </a:r>
            <a:r>
              <a:rPr lang="en" sz="2000" b="1" dirty="0">
                <a:solidFill>
                  <a:srgbClr val="C00000"/>
                </a:solidFill>
              </a:rPr>
              <a:t>Accept</a:t>
            </a:r>
            <a:r>
              <a:rPr lang="en" sz="2000" dirty="0">
                <a:solidFill>
                  <a:srgbClr val="00004F"/>
                </a:solidFill>
              </a:rPr>
              <a:t> our </a:t>
            </a:r>
            <a:r>
              <a:rPr lang="en" sz="2000" dirty="0" smtClean="0">
                <a:solidFill>
                  <a:srgbClr val="00004F"/>
                </a:solidFill>
              </a:rPr>
              <a:t>alternative hypothesis.</a:t>
            </a:r>
            <a:endParaRPr sz="2000" dirty="0">
              <a:solidFill>
                <a:srgbClr val="C00000"/>
              </a:solidFill>
            </a:endParaRPr>
          </a:p>
        </p:txBody>
      </p:sp>
      <p:sp>
        <p:nvSpPr>
          <p:cNvPr id="1159" name="Google Shape;1159;p107"/>
          <p:cNvSpPr txBox="1"/>
          <p:nvPr/>
        </p:nvSpPr>
        <p:spPr>
          <a:xfrm>
            <a:off x="884200" y="1930800"/>
            <a:ext cx="3015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b="1">
                <a:solidFill>
                  <a:schemeClr val="dk1"/>
                </a:solidFill>
                <a:latin typeface="Albert Sans"/>
                <a:ea typeface="Albert Sans"/>
                <a:cs typeface="Albert Sans"/>
                <a:sym typeface="Albert Sans"/>
              </a:rPr>
              <a:t>0</a:t>
            </a:r>
            <a:endParaRPr>
              <a:solidFill>
                <a:schemeClr val="dk1"/>
              </a:solidFill>
              <a:latin typeface="Albert Sans"/>
              <a:ea typeface="Albert Sans"/>
              <a:cs typeface="Albert Sans"/>
              <a:sym typeface="Albert Sans"/>
            </a:endParaRPr>
          </a:p>
        </p:txBody>
      </p:sp>
      <p:sp>
        <p:nvSpPr>
          <p:cNvPr id="1160" name="Google Shape;1160;p107"/>
          <p:cNvSpPr txBox="1"/>
          <p:nvPr/>
        </p:nvSpPr>
        <p:spPr>
          <a:xfrm>
            <a:off x="884200" y="2600275"/>
            <a:ext cx="3015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b="1">
                <a:solidFill>
                  <a:schemeClr val="dk1"/>
                </a:solidFill>
                <a:latin typeface="Albert Sans"/>
                <a:ea typeface="Albert Sans"/>
                <a:cs typeface="Albert Sans"/>
                <a:sym typeface="Albert Sans"/>
              </a:rPr>
              <a:t>1</a:t>
            </a:r>
            <a:endParaRPr sz="1500" b="1">
              <a:solidFill>
                <a:schemeClr val="dk1"/>
              </a:solidFill>
              <a:latin typeface="Albert Sans"/>
              <a:ea typeface="Albert Sans"/>
              <a:cs typeface="Albert Sans"/>
              <a:sym typeface="Albert Sans"/>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64"/>
        <p:cNvGrpSpPr/>
        <p:nvPr/>
      </p:nvGrpSpPr>
      <p:grpSpPr>
        <a:xfrm>
          <a:off x="0" y="0"/>
          <a:ext cx="0" cy="0"/>
          <a:chOff x="0" y="0"/>
          <a:chExt cx="0" cy="0"/>
        </a:xfrm>
      </p:grpSpPr>
      <p:sp>
        <p:nvSpPr>
          <p:cNvPr id="1165" name="Google Shape;1165;p108"/>
          <p:cNvSpPr txBox="1">
            <a:spLocks noGrp="1"/>
          </p:cNvSpPr>
          <p:nvPr>
            <p:ph type="title"/>
          </p:nvPr>
        </p:nvSpPr>
        <p:spPr>
          <a:xfrm>
            <a:off x="720000" y="539500"/>
            <a:ext cx="7704000" cy="572700"/>
          </a:xfrm>
          <a:prstGeom prst="rect">
            <a:avLst/>
          </a:prstGeom>
          <a:noFill/>
          <a:ln>
            <a:noFill/>
          </a:ln>
        </p:spPr>
        <p:txBody>
          <a:bodyPr spcFirstLastPara="1" wrap="square" lIns="91425" tIns="91425" rIns="91425" bIns="91425" anchor="t" anchorCtr="0">
            <a:noAutofit/>
          </a:bodyPr>
          <a:lstStyle/>
          <a:p>
            <a:pPr marL="457200" lvl="0" indent="0" algn="l" rtl="0">
              <a:lnSpc>
                <a:spcPct val="114999"/>
              </a:lnSpc>
              <a:spcBef>
                <a:spcPts val="0"/>
              </a:spcBef>
              <a:spcAft>
                <a:spcPts val="0"/>
              </a:spcAft>
              <a:buNone/>
            </a:pPr>
            <a:r>
              <a:rPr lang="en" sz="1800" dirty="0">
                <a:solidFill>
                  <a:srgbClr val="C00000"/>
                </a:solidFill>
                <a:latin typeface="Albert Sans"/>
                <a:ea typeface="Albert Sans"/>
                <a:cs typeface="Albert Sans"/>
                <a:sym typeface="Albert Sans"/>
              </a:rPr>
              <a:t>How important is a supportive expatriate community in your destination?</a:t>
            </a:r>
            <a:endParaRPr sz="1400" dirty="0">
              <a:latin typeface="Albert Sans"/>
              <a:ea typeface="Albert Sans"/>
              <a:cs typeface="Albert Sans"/>
              <a:sym typeface="Albert Sans"/>
            </a:endParaRPr>
          </a:p>
          <a:p>
            <a:pPr marL="0" lvl="0" indent="0" algn="ctr" rtl="0">
              <a:lnSpc>
                <a:spcPct val="100000"/>
              </a:lnSpc>
              <a:spcBef>
                <a:spcPts val="0"/>
              </a:spcBef>
              <a:spcAft>
                <a:spcPts val="0"/>
              </a:spcAft>
              <a:buSzPts val="3200"/>
              <a:buNone/>
            </a:pPr>
            <a:endParaRPr dirty="0"/>
          </a:p>
        </p:txBody>
      </p:sp>
      <p:sp>
        <p:nvSpPr>
          <p:cNvPr id="1166" name="Google Shape;1166;p108"/>
          <p:cNvSpPr txBox="1">
            <a:spLocks noGrp="1"/>
          </p:cNvSpPr>
          <p:nvPr>
            <p:ph type="body" idx="1"/>
          </p:nvPr>
        </p:nvSpPr>
        <p:spPr>
          <a:xfrm>
            <a:off x="720000" y="1215751"/>
            <a:ext cx="7704000" cy="43017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chemeClr val="accent1"/>
              </a:buClr>
              <a:buSzPts val="1400"/>
              <a:buFont typeface="Arial"/>
              <a:buChar char="●"/>
            </a:pPr>
            <a:r>
              <a:rPr lang="en" sz="1800" b="1" dirty="0" smtClean="0">
                <a:solidFill>
                  <a:srgbClr val="00004F"/>
                </a:solidFill>
              </a:rPr>
              <a:t>it </a:t>
            </a:r>
            <a:r>
              <a:rPr lang="en" sz="1800" b="1" dirty="0">
                <a:solidFill>
                  <a:srgbClr val="00004F"/>
                </a:solidFill>
              </a:rPr>
              <a:t>is also clear from </a:t>
            </a:r>
            <a:r>
              <a:rPr lang="en" sz="1800" b="1" dirty="0" smtClean="0">
                <a:solidFill>
                  <a:srgbClr val="00004F"/>
                </a:solidFill>
              </a:rPr>
              <a:t>demographics as well</a:t>
            </a:r>
            <a:r>
              <a:rPr lang="en" b="1" dirty="0" smtClean="0">
                <a:solidFill>
                  <a:srgbClr val="00004F"/>
                </a:solidFill>
              </a:rPr>
              <a:t>.</a:t>
            </a:r>
            <a:endParaRPr dirty="0"/>
          </a:p>
        </p:txBody>
      </p:sp>
      <p:graphicFrame>
        <p:nvGraphicFramePr>
          <p:cNvPr id="1167" name="Google Shape;1167;p108"/>
          <p:cNvGraphicFramePr/>
          <p:nvPr>
            <p:extLst>
              <p:ext uri="{D42A27DB-BD31-4B8C-83A1-F6EECF244321}">
                <p14:modId xmlns:p14="http://schemas.microsoft.com/office/powerpoint/2010/main" val="1970649392"/>
              </p:ext>
            </p:extLst>
          </p:nvPr>
        </p:nvGraphicFramePr>
        <p:xfrm>
          <a:off x="1159934" y="1811866"/>
          <a:ext cx="7061200" cy="2791883"/>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71"/>
        <p:cNvGrpSpPr/>
        <p:nvPr/>
      </p:nvGrpSpPr>
      <p:grpSpPr>
        <a:xfrm>
          <a:off x="0" y="0"/>
          <a:ext cx="0" cy="0"/>
          <a:chOff x="0" y="0"/>
          <a:chExt cx="0" cy="0"/>
        </a:xfrm>
      </p:grpSpPr>
      <p:sp>
        <p:nvSpPr>
          <p:cNvPr id="1172" name="Google Shape;1172;g2a7a040e388_1_0"/>
          <p:cNvSpPr txBox="1">
            <a:spLocks noGrp="1"/>
          </p:cNvSpPr>
          <p:nvPr>
            <p:ph type="title"/>
          </p:nvPr>
        </p:nvSpPr>
        <p:spPr>
          <a:xfrm>
            <a:off x="589370" y="998923"/>
            <a:ext cx="7811700" cy="806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200"/>
              <a:buNone/>
            </a:pPr>
            <a:r>
              <a:rPr lang="en"/>
              <a:t>Observation # 10</a:t>
            </a:r>
            <a:endParaRPr/>
          </a:p>
        </p:txBody>
      </p:sp>
      <p:sp>
        <p:nvSpPr>
          <p:cNvPr id="1173" name="Google Shape;1173;g2a7a040e388_1_0"/>
          <p:cNvSpPr txBox="1">
            <a:spLocks noGrp="1"/>
          </p:cNvSpPr>
          <p:nvPr>
            <p:ph type="subTitle" idx="2"/>
          </p:nvPr>
        </p:nvSpPr>
        <p:spPr>
          <a:xfrm>
            <a:off x="827577" y="1675119"/>
            <a:ext cx="7573500" cy="2673900"/>
          </a:xfrm>
          <a:prstGeom prst="rect">
            <a:avLst/>
          </a:prstGeom>
          <a:noFill/>
          <a:ln>
            <a:noFill/>
          </a:ln>
        </p:spPr>
        <p:txBody>
          <a:bodyPr spcFirstLastPara="1" wrap="square" lIns="91425" tIns="91425" rIns="91425" bIns="91425" anchor="t" anchorCtr="0">
            <a:noAutofit/>
          </a:bodyPr>
          <a:lstStyle/>
          <a:p>
            <a:pPr marL="285750" lvl="0" indent="-285750" algn="l" rtl="0">
              <a:lnSpc>
                <a:spcPct val="115000"/>
              </a:lnSpc>
              <a:spcBef>
                <a:spcPts val="0"/>
              </a:spcBef>
              <a:spcAft>
                <a:spcPts val="0"/>
              </a:spcAft>
              <a:buSzPts val="1400"/>
              <a:buFont typeface="Noto Sans Symbols"/>
              <a:buChar char="❑"/>
            </a:pPr>
            <a:r>
              <a:rPr lang="en" sz="1800" b="1" dirty="0">
                <a:solidFill>
                  <a:srgbClr val="C00000"/>
                </a:solidFill>
              </a:rPr>
              <a:t>Do you intend to return to Pakistan permanently in the future?</a:t>
            </a:r>
            <a:endParaRPr dirty="0"/>
          </a:p>
          <a:p>
            <a:pPr marL="0" lvl="0" indent="0" algn="l" rtl="0">
              <a:lnSpc>
                <a:spcPct val="115000"/>
              </a:lnSpc>
              <a:spcBef>
                <a:spcPts val="0"/>
              </a:spcBef>
              <a:spcAft>
                <a:spcPts val="0"/>
              </a:spcAft>
              <a:buSzPts val="1400"/>
              <a:buNone/>
            </a:pPr>
            <a:r>
              <a:rPr lang="en" sz="2000" b="1" dirty="0">
                <a:solidFill>
                  <a:srgbClr val="00004F"/>
                </a:solidFill>
              </a:rPr>
              <a:t>H  : </a:t>
            </a:r>
            <a:r>
              <a:rPr lang="en" sz="1600" dirty="0">
                <a:solidFill>
                  <a:srgbClr val="00004F"/>
                </a:solidFill>
              </a:rPr>
              <a:t>Proportion of people want to return </a:t>
            </a:r>
            <a:r>
              <a:rPr lang="en" sz="1800" dirty="0">
                <a:solidFill>
                  <a:srgbClr val="00004F"/>
                </a:solidFill>
              </a:rPr>
              <a:t>=</a:t>
            </a:r>
            <a:r>
              <a:rPr lang="en" sz="1600" dirty="0">
                <a:solidFill>
                  <a:srgbClr val="00004F"/>
                </a:solidFill>
              </a:rPr>
              <a:t> proportion of people don’t want to return</a:t>
            </a:r>
            <a:endParaRPr dirty="0"/>
          </a:p>
          <a:p>
            <a:pPr marL="0" lvl="0" indent="0" algn="l" rtl="0">
              <a:lnSpc>
                <a:spcPct val="115000"/>
              </a:lnSpc>
              <a:spcBef>
                <a:spcPts val="0"/>
              </a:spcBef>
              <a:spcAft>
                <a:spcPts val="0"/>
              </a:spcAft>
              <a:buSzPts val="1400"/>
              <a:buNone/>
            </a:pPr>
            <a:r>
              <a:rPr lang="en" sz="2000" b="1" dirty="0">
                <a:solidFill>
                  <a:srgbClr val="00004F"/>
                </a:solidFill>
              </a:rPr>
              <a:t>H : </a:t>
            </a:r>
            <a:r>
              <a:rPr lang="en" sz="1600" dirty="0" smtClean="0">
                <a:solidFill>
                  <a:srgbClr val="00004F"/>
                </a:solidFill>
              </a:rPr>
              <a:t>P1</a:t>
            </a:r>
            <a:r>
              <a:rPr lang="en" sz="1800" dirty="0" smtClean="0">
                <a:solidFill>
                  <a:srgbClr val="00004F"/>
                </a:solidFill>
              </a:rPr>
              <a:t>&gt;</a:t>
            </a:r>
            <a:r>
              <a:rPr lang="en" sz="1600" dirty="0" smtClean="0">
                <a:solidFill>
                  <a:srgbClr val="00004F"/>
                </a:solidFill>
              </a:rPr>
              <a:t>P2</a:t>
            </a:r>
            <a:endParaRPr lang="en" dirty="0"/>
          </a:p>
          <a:p>
            <a:pPr marL="0" lvl="0" indent="0" algn="l" rtl="0">
              <a:lnSpc>
                <a:spcPct val="115000"/>
              </a:lnSpc>
              <a:spcBef>
                <a:spcPts val="0"/>
              </a:spcBef>
              <a:spcAft>
                <a:spcPts val="0"/>
              </a:spcAft>
              <a:buSzPts val="1400"/>
              <a:buNone/>
            </a:pPr>
            <a:r>
              <a:rPr lang="en-US" sz="2000" b="1" dirty="0" smtClean="0">
                <a:solidFill>
                  <a:srgbClr val="00004F"/>
                </a:solidFill>
              </a:rPr>
              <a:t>Conclusion:</a:t>
            </a:r>
          </a:p>
          <a:p>
            <a:pPr marL="0" indent="0" algn="l"/>
            <a:r>
              <a:rPr lang="en-US" sz="2000" dirty="0" smtClean="0">
                <a:solidFill>
                  <a:srgbClr val="00004F"/>
                </a:solidFill>
              </a:rPr>
              <a:t>After</a:t>
            </a:r>
            <a:r>
              <a:rPr lang="en-US" sz="2000" b="1" dirty="0" smtClean="0">
                <a:solidFill>
                  <a:srgbClr val="00004F"/>
                </a:solidFill>
              </a:rPr>
              <a:t> </a:t>
            </a:r>
            <a:r>
              <a:rPr lang="en-US" sz="2000" dirty="0" smtClean="0">
                <a:solidFill>
                  <a:srgbClr val="00004F"/>
                </a:solidFill>
              </a:rPr>
              <a:t>analysis </a:t>
            </a:r>
            <a:r>
              <a:rPr lang="en-US" sz="2000" dirty="0">
                <a:solidFill>
                  <a:srgbClr val="00004F"/>
                </a:solidFill>
              </a:rPr>
              <a:t>we have came to conclusion that </a:t>
            </a:r>
            <a:r>
              <a:rPr lang="en" sz="2000" dirty="0">
                <a:solidFill>
                  <a:srgbClr val="00004F"/>
                </a:solidFill>
              </a:rPr>
              <a:t>so we </a:t>
            </a:r>
            <a:r>
              <a:rPr lang="en" sz="2000" b="1" dirty="0">
                <a:solidFill>
                  <a:srgbClr val="C00000"/>
                </a:solidFill>
              </a:rPr>
              <a:t>Reject</a:t>
            </a:r>
            <a:r>
              <a:rPr lang="en" sz="2000" dirty="0">
                <a:solidFill>
                  <a:srgbClr val="00004F"/>
                </a:solidFill>
              </a:rPr>
              <a:t> </a:t>
            </a:r>
            <a:r>
              <a:rPr lang="en" sz="2000" dirty="0" smtClean="0">
                <a:solidFill>
                  <a:srgbClr val="00004F"/>
                </a:solidFill>
              </a:rPr>
              <a:t>our </a:t>
            </a:r>
            <a:r>
              <a:rPr lang="en-US" sz="2000" dirty="0">
                <a:solidFill>
                  <a:srgbClr val="00004F"/>
                </a:solidFill>
              </a:rPr>
              <a:t>null hypothesis and </a:t>
            </a:r>
            <a:r>
              <a:rPr lang="en-US" sz="2000" b="1" dirty="0">
                <a:solidFill>
                  <a:srgbClr val="C00000"/>
                </a:solidFill>
              </a:rPr>
              <a:t>Accept</a:t>
            </a:r>
            <a:r>
              <a:rPr lang="en-US" sz="2000" dirty="0">
                <a:solidFill>
                  <a:srgbClr val="00004F"/>
                </a:solidFill>
              </a:rPr>
              <a:t> our </a:t>
            </a:r>
            <a:r>
              <a:rPr lang="en-US" sz="2000" dirty="0" smtClean="0">
                <a:solidFill>
                  <a:srgbClr val="00004F"/>
                </a:solidFill>
              </a:rPr>
              <a:t>alternative </a:t>
            </a:r>
            <a:r>
              <a:rPr lang="en-US" sz="2000" dirty="0">
                <a:solidFill>
                  <a:srgbClr val="00004F"/>
                </a:solidFill>
              </a:rPr>
              <a:t>hypothesis.</a:t>
            </a:r>
            <a:endParaRPr lang="en-US" sz="2000" dirty="0">
              <a:solidFill>
                <a:srgbClr val="C00000"/>
              </a:solidFill>
            </a:endParaRPr>
          </a:p>
          <a:p>
            <a:pPr marL="0" lvl="0" indent="0" algn="l"/>
            <a:r>
              <a:rPr lang="en" sz="2000" dirty="0" smtClean="0">
                <a:solidFill>
                  <a:srgbClr val="00004F"/>
                </a:solidFill>
              </a:rPr>
              <a:t> </a:t>
            </a:r>
            <a:endParaRPr sz="2000" dirty="0" smtClean="0">
              <a:solidFill>
                <a:srgbClr val="00004F"/>
              </a:solidFill>
            </a:endParaRPr>
          </a:p>
          <a:p>
            <a:pPr marL="285750" lvl="0" indent="-196850" algn="l" rtl="0">
              <a:lnSpc>
                <a:spcPct val="115000"/>
              </a:lnSpc>
              <a:spcBef>
                <a:spcPts val="0"/>
              </a:spcBef>
              <a:spcAft>
                <a:spcPts val="0"/>
              </a:spcAft>
              <a:buSzPts val="1400"/>
              <a:buFont typeface="Arial"/>
              <a:buNone/>
            </a:pPr>
            <a:endParaRPr sz="2000" dirty="0">
              <a:solidFill>
                <a:srgbClr val="00004F"/>
              </a:solidFill>
            </a:endParaRPr>
          </a:p>
          <a:p>
            <a:pPr marL="0" lvl="0" indent="0" algn="l" rtl="0">
              <a:lnSpc>
                <a:spcPct val="115000"/>
              </a:lnSpc>
              <a:spcBef>
                <a:spcPts val="0"/>
              </a:spcBef>
              <a:spcAft>
                <a:spcPts val="0"/>
              </a:spcAft>
              <a:buSzPts val="1400"/>
              <a:buNone/>
            </a:pPr>
            <a:endParaRPr sz="2000" b="1" dirty="0">
              <a:solidFill>
                <a:srgbClr val="00004F"/>
              </a:solidFill>
            </a:endParaRPr>
          </a:p>
        </p:txBody>
      </p:sp>
      <p:sp>
        <p:nvSpPr>
          <p:cNvPr id="1174" name="Google Shape;1174;g2a7a040e388_1_0"/>
          <p:cNvSpPr txBox="1"/>
          <p:nvPr/>
        </p:nvSpPr>
        <p:spPr>
          <a:xfrm>
            <a:off x="992700" y="2078250"/>
            <a:ext cx="3255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b="1">
                <a:solidFill>
                  <a:schemeClr val="dk1"/>
                </a:solidFill>
                <a:latin typeface="Albert Sans"/>
                <a:ea typeface="Albert Sans"/>
                <a:cs typeface="Albert Sans"/>
                <a:sym typeface="Albert Sans"/>
              </a:rPr>
              <a:t>0</a:t>
            </a:r>
            <a:endParaRPr sz="1500" b="1">
              <a:solidFill>
                <a:schemeClr val="dk1"/>
              </a:solidFill>
              <a:latin typeface="Albert Sans"/>
              <a:ea typeface="Albert Sans"/>
              <a:cs typeface="Albert Sans"/>
              <a:sym typeface="Albert Sans"/>
            </a:endParaRPr>
          </a:p>
        </p:txBody>
      </p:sp>
      <p:sp>
        <p:nvSpPr>
          <p:cNvPr id="1175" name="Google Shape;1175;g2a7a040e388_1_0"/>
          <p:cNvSpPr txBox="1"/>
          <p:nvPr/>
        </p:nvSpPr>
        <p:spPr>
          <a:xfrm>
            <a:off x="992700" y="2766375"/>
            <a:ext cx="4461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b="1">
                <a:solidFill>
                  <a:schemeClr val="dk1"/>
                </a:solidFill>
                <a:latin typeface="Albert Sans"/>
                <a:ea typeface="Albert Sans"/>
                <a:cs typeface="Albert Sans"/>
                <a:sym typeface="Albert Sans"/>
              </a:rPr>
              <a:t>1</a:t>
            </a:r>
            <a:endParaRPr sz="1500" b="1">
              <a:solidFill>
                <a:schemeClr val="dk1"/>
              </a:solidFill>
              <a:latin typeface="Albert Sans"/>
              <a:ea typeface="Albert Sans"/>
              <a:cs typeface="Albert Sans"/>
              <a:sym typeface="Albert Sans"/>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79"/>
        <p:cNvGrpSpPr/>
        <p:nvPr/>
      </p:nvGrpSpPr>
      <p:grpSpPr>
        <a:xfrm>
          <a:off x="0" y="0"/>
          <a:ext cx="0" cy="0"/>
          <a:chOff x="0" y="0"/>
          <a:chExt cx="0" cy="0"/>
        </a:xfrm>
      </p:grpSpPr>
      <p:sp>
        <p:nvSpPr>
          <p:cNvPr id="1180" name="Google Shape;1180;g2a7a040e388_1_6"/>
          <p:cNvSpPr txBox="1">
            <a:spLocks noGrp="1"/>
          </p:cNvSpPr>
          <p:nvPr>
            <p:ph type="title"/>
          </p:nvPr>
        </p:nvSpPr>
        <p:spPr>
          <a:xfrm>
            <a:off x="720000" y="614722"/>
            <a:ext cx="7704000" cy="6684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200"/>
              <a:buNone/>
            </a:pPr>
            <a:r>
              <a:rPr lang="en" sz="1800">
                <a:solidFill>
                  <a:srgbClr val="C00000"/>
                </a:solidFill>
                <a:latin typeface="Albert Sans"/>
                <a:ea typeface="Albert Sans"/>
                <a:cs typeface="Albert Sans"/>
                <a:sym typeface="Albert Sans"/>
              </a:rPr>
              <a:t>Do you intend to return to Pakistan permanently in the future?</a:t>
            </a:r>
            <a:r>
              <a:rPr lang="en"/>
              <a:t/>
            </a:r>
            <a:br>
              <a:rPr lang="en"/>
            </a:br>
            <a:endParaRPr sz="2400"/>
          </a:p>
        </p:txBody>
      </p:sp>
      <p:sp>
        <p:nvSpPr>
          <p:cNvPr id="1181" name="Google Shape;1181;g2a7a040e388_1_6"/>
          <p:cNvSpPr txBox="1">
            <a:spLocks noGrp="1"/>
          </p:cNvSpPr>
          <p:nvPr>
            <p:ph type="body" idx="1"/>
          </p:nvPr>
        </p:nvSpPr>
        <p:spPr>
          <a:xfrm>
            <a:off x="720000" y="1192484"/>
            <a:ext cx="7704000" cy="585515"/>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SzPts val="1400"/>
              <a:buChar char="●"/>
            </a:pPr>
            <a:r>
              <a:rPr lang="en" sz="1800" b="1" dirty="0" smtClean="0">
                <a:solidFill>
                  <a:srgbClr val="00004F"/>
                </a:solidFill>
              </a:rPr>
              <a:t>it </a:t>
            </a:r>
            <a:r>
              <a:rPr lang="en" sz="1800" b="1" dirty="0">
                <a:solidFill>
                  <a:srgbClr val="00004F"/>
                </a:solidFill>
              </a:rPr>
              <a:t>is also clear from </a:t>
            </a:r>
            <a:r>
              <a:rPr lang="en" sz="1800" b="1" dirty="0" smtClean="0">
                <a:solidFill>
                  <a:srgbClr val="00004F"/>
                </a:solidFill>
              </a:rPr>
              <a:t>demographics as well</a:t>
            </a:r>
            <a:r>
              <a:rPr lang="en" b="1" dirty="0" smtClean="0">
                <a:solidFill>
                  <a:srgbClr val="00004F"/>
                </a:solidFill>
              </a:rPr>
              <a:t>.</a:t>
            </a:r>
            <a:endParaRPr dirty="0"/>
          </a:p>
          <a:p>
            <a:pPr marL="139700" lvl="0" indent="0" algn="l" rtl="0">
              <a:lnSpc>
                <a:spcPct val="115000"/>
              </a:lnSpc>
              <a:spcBef>
                <a:spcPts val="0"/>
              </a:spcBef>
              <a:spcAft>
                <a:spcPts val="0"/>
              </a:spcAft>
              <a:buSzPts val="1400"/>
              <a:buNone/>
            </a:pPr>
            <a:endParaRPr sz="2000" b="1" dirty="0">
              <a:solidFill>
                <a:srgbClr val="C00000"/>
              </a:solidFill>
            </a:endParaRPr>
          </a:p>
          <a:p>
            <a:pPr marL="139700" lvl="0" indent="0" algn="l" rtl="0">
              <a:lnSpc>
                <a:spcPct val="115000"/>
              </a:lnSpc>
              <a:spcBef>
                <a:spcPts val="0"/>
              </a:spcBef>
              <a:spcAft>
                <a:spcPts val="0"/>
              </a:spcAft>
              <a:buSzPts val="1400"/>
              <a:buNone/>
            </a:pPr>
            <a:endParaRPr sz="2000" b="1" dirty="0">
              <a:solidFill>
                <a:srgbClr val="C00000"/>
              </a:solidFill>
            </a:endParaRPr>
          </a:p>
          <a:p>
            <a:pPr marL="139700" lvl="0" indent="0" algn="l" rtl="0">
              <a:lnSpc>
                <a:spcPct val="115000"/>
              </a:lnSpc>
              <a:spcBef>
                <a:spcPts val="0"/>
              </a:spcBef>
              <a:spcAft>
                <a:spcPts val="0"/>
              </a:spcAft>
              <a:buSzPts val="1400"/>
              <a:buNone/>
            </a:pPr>
            <a:endParaRPr sz="2000" b="1" dirty="0">
              <a:solidFill>
                <a:srgbClr val="C00000"/>
              </a:solidFill>
            </a:endParaRPr>
          </a:p>
          <a:p>
            <a:pPr marL="139700" lvl="0" indent="0" algn="l" rtl="0">
              <a:lnSpc>
                <a:spcPct val="115000"/>
              </a:lnSpc>
              <a:spcBef>
                <a:spcPts val="0"/>
              </a:spcBef>
              <a:spcAft>
                <a:spcPts val="0"/>
              </a:spcAft>
              <a:buSzPts val="1400"/>
              <a:buNone/>
            </a:pPr>
            <a:r>
              <a:rPr lang="en" sz="2000" b="1" dirty="0">
                <a:solidFill>
                  <a:srgbClr val="00004F"/>
                </a:solidFill>
              </a:rPr>
              <a:t>	</a:t>
            </a:r>
            <a:endParaRPr sz="2000" b="1" dirty="0">
              <a:solidFill>
                <a:srgbClr val="00004F"/>
              </a:solidFill>
            </a:endParaRPr>
          </a:p>
        </p:txBody>
      </p:sp>
      <p:graphicFrame>
        <p:nvGraphicFramePr>
          <p:cNvPr id="1182" name="Google Shape;1182;g2a7a040e388_1_6"/>
          <p:cNvGraphicFramePr/>
          <p:nvPr>
            <p:extLst>
              <p:ext uri="{D42A27DB-BD31-4B8C-83A1-F6EECF244321}">
                <p14:modId xmlns:p14="http://schemas.microsoft.com/office/powerpoint/2010/main" val="1163873872"/>
              </p:ext>
            </p:extLst>
          </p:nvPr>
        </p:nvGraphicFramePr>
        <p:xfrm>
          <a:off x="864000" y="1777999"/>
          <a:ext cx="7374466" cy="2675467"/>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86"/>
        <p:cNvGrpSpPr/>
        <p:nvPr/>
      </p:nvGrpSpPr>
      <p:grpSpPr>
        <a:xfrm>
          <a:off x="0" y="0"/>
          <a:ext cx="0" cy="0"/>
          <a:chOff x="0" y="0"/>
          <a:chExt cx="0" cy="0"/>
        </a:xfrm>
      </p:grpSpPr>
      <p:sp>
        <p:nvSpPr>
          <p:cNvPr id="1187" name="Google Shape;1187;g2a7a040e388_2_0"/>
          <p:cNvSpPr txBox="1">
            <a:spLocks noGrp="1"/>
          </p:cNvSpPr>
          <p:nvPr>
            <p:ph type="title"/>
          </p:nvPr>
        </p:nvSpPr>
        <p:spPr>
          <a:xfrm>
            <a:off x="589370" y="683879"/>
            <a:ext cx="7811700" cy="6300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200"/>
              <a:buNone/>
            </a:pPr>
            <a:r>
              <a:rPr lang="en"/>
              <a:t>Observation # 11</a:t>
            </a:r>
            <a:endParaRPr/>
          </a:p>
        </p:txBody>
      </p:sp>
      <p:sp>
        <p:nvSpPr>
          <p:cNvPr id="1188" name="Google Shape;1188;g2a7a040e388_2_0"/>
          <p:cNvSpPr txBox="1">
            <a:spLocks noGrp="1"/>
          </p:cNvSpPr>
          <p:nvPr>
            <p:ph type="subTitle" idx="2"/>
          </p:nvPr>
        </p:nvSpPr>
        <p:spPr>
          <a:xfrm>
            <a:off x="827575" y="1229450"/>
            <a:ext cx="7573500" cy="3242700"/>
          </a:xfrm>
          <a:prstGeom prst="rect">
            <a:avLst/>
          </a:prstGeom>
          <a:noFill/>
          <a:ln>
            <a:noFill/>
          </a:ln>
        </p:spPr>
        <p:txBody>
          <a:bodyPr spcFirstLastPara="1" wrap="square" lIns="91425" tIns="91425" rIns="91425" bIns="91425" anchor="t" anchorCtr="0">
            <a:noAutofit/>
          </a:bodyPr>
          <a:lstStyle/>
          <a:p>
            <a:pPr marL="342900" lvl="0" indent="-342900" algn="l" rtl="0">
              <a:lnSpc>
                <a:spcPct val="115000"/>
              </a:lnSpc>
              <a:spcBef>
                <a:spcPts val="0"/>
              </a:spcBef>
              <a:spcAft>
                <a:spcPts val="0"/>
              </a:spcAft>
              <a:buSzPts val="1400"/>
              <a:buFont typeface="Noto Sans Symbols"/>
              <a:buChar char="❑"/>
            </a:pPr>
            <a:r>
              <a:rPr lang="en" sz="2000" b="1" dirty="0">
                <a:solidFill>
                  <a:srgbClr val="C00000"/>
                </a:solidFill>
              </a:rPr>
              <a:t>What factors influence your decision to return</a:t>
            </a:r>
            <a:endParaRPr sz="2000" b="1" dirty="0">
              <a:solidFill>
                <a:srgbClr val="C00000"/>
              </a:solidFill>
            </a:endParaRPr>
          </a:p>
          <a:p>
            <a:pPr marL="0" lvl="0" indent="0" algn="l" rtl="0">
              <a:lnSpc>
                <a:spcPct val="115000"/>
              </a:lnSpc>
              <a:spcBef>
                <a:spcPts val="0"/>
              </a:spcBef>
              <a:spcAft>
                <a:spcPts val="0"/>
              </a:spcAft>
              <a:buSzPts val="1400"/>
              <a:buNone/>
            </a:pPr>
            <a:r>
              <a:rPr lang="en" sz="1800" dirty="0"/>
              <a:t>Sampling Technique: </a:t>
            </a:r>
            <a:r>
              <a:rPr lang="en" sz="1800" dirty="0">
                <a:solidFill>
                  <a:srgbClr val="C00000"/>
                </a:solidFill>
              </a:rPr>
              <a:t>z distribution, confidence interval</a:t>
            </a:r>
            <a:endParaRPr sz="1800" b="1" dirty="0">
              <a:solidFill>
                <a:srgbClr val="C00000"/>
              </a:solidFill>
            </a:endParaRPr>
          </a:p>
          <a:p>
            <a:pPr marL="0" lvl="0" indent="0" algn="l" rtl="0">
              <a:lnSpc>
                <a:spcPct val="115000"/>
              </a:lnSpc>
              <a:spcBef>
                <a:spcPts val="0"/>
              </a:spcBef>
              <a:spcAft>
                <a:spcPts val="0"/>
              </a:spcAft>
              <a:buClr>
                <a:schemeClr val="accent1"/>
              </a:buClr>
              <a:buSzPts val="1400"/>
              <a:buNone/>
            </a:pPr>
            <a:r>
              <a:rPr lang="en" sz="1800" b="1" dirty="0">
                <a:solidFill>
                  <a:srgbClr val="00004F"/>
                </a:solidFill>
              </a:rPr>
              <a:t>Results (95% Confidence Interval)</a:t>
            </a:r>
            <a:endParaRPr dirty="0"/>
          </a:p>
          <a:p>
            <a:pPr marL="0" lvl="0" indent="0" algn="l" rtl="0">
              <a:lnSpc>
                <a:spcPct val="115000"/>
              </a:lnSpc>
              <a:spcBef>
                <a:spcPts val="0"/>
              </a:spcBef>
              <a:spcAft>
                <a:spcPts val="0"/>
              </a:spcAft>
              <a:buClr>
                <a:schemeClr val="accent1"/>
              </a:buClr>
              <a:buSzPts val="1400"/>
              <a:buNone/>
            </a:pPr>
            <a:r>
              <a:rPr lang="en" sz="1800" dirty="0">
                <a:solidFill>
                  <a:srgbClr val="00004F"/>
                </a:solidFill>
              </a:rPr>
              <a:t>	0.33 &lt; proportion of people return due to family &lt; 0.47</a:t>
            </a:r>
            <a:endParaRPr sz="2000" b="1" dirty="0">
              <a:solidFill>
                <a:srgbClr val="00004F"/>
              </a:solidFill>
            </a:endParaRPr>
          </a:p>
          <a:p>
            <a:pPr marL="0" lvl="0" indent="0" algn="l" rtl="0">
              <a:lnSpc>
                <a:spcPct val="115000"/>
              </a:lnSpc>
              <a:spcBef>
                <a:spcPts val="0"/>
              </a:spcBef>
              <a:spcAft>
                <a:spcPts val="0"/>
              </a:spcAft>
              <a:buSzPts val="1400"/>
              <a:buNone/>
            </a:pPr>
            <a:r>
              <a:rPr lang="en" sz="2000" b="1" dirty="0">
                <a:solidFill>
                  <a:srgbClr val="00004F"/>
                </a:solidFill>
              </a:rPr>
              <a:t>H  : </a:t>
            </a:r>
            <a:r>
              <a:rPr lang="en" sz="1600" dirty="0">
                <a:solidFill>
                  <a:srgbClr val="00004F"/>
                </a:solidFill>
              </a:rPr>
              <a:t>Proportion of people want to return due to family reason  </a:t>
            </a:r>
            <a:r>
              <a:rPr lang="en" sz="1800" dirty="0">
                <a:solidFill>
                  <a:srgbClr val="00004F"/>
                </a:solidFill>
              </a:rPr>
              <a:t>=</a:t>
            </a:r>
            <a:r>
              <a:rPr lang="en" sz="1600" dirty="0">
                <a:solidFill>
                  <a:srgbClr val="00004F"/>
                </a:solidFill>
              </a:rPr>
              <a:t> 0.3</a:t>
            </a:r>
            <a:endParaRPr sz="1600" dirty="0">
              <a:solidFill>
                <a:srgbClr val="00004F"/>
              </a:solidFill>
            </a:endParaRPr>
          </a:p>
          <a:p>
            <a:pPr marL="0" lvl="0" indent="0" algn="l" rtl="0">
              <a:lnSpc>
                <a:spcPct val="115000"/>
              </a:lnSpc>
              <a:spcBef>
                <a:spcPts val="0"/>
              </a:spcBef>
              <a:spcAft>
                <a:spcPts val="0"/>
              </a:spcAft>
              <a:buSzPts val="1400"/>
              <a:buNone/>
            </a:pPr>
            <a:r>
              <a:rPr lang="en" sz="2000" b="1" dirty="0">
                <a:solidFill>
                  <a:srgbClr val="00004F"/>
                </a:solidFill>
              </a:rPr>
              <a:t>H : </a:t>
            </a:r>
            <a:r>
              <a:rPr lang="en" sz="1600" dirty="0" smtClean="0">
                <a:solidFill>
                  <a:srgbClr val="00004F"/>
                </a:solidFill>
              </a:rPr>
              <a:t>P</a:t>
            </a:r>
            <a:r>
              <a:rPr lang="en" sz="1800" dirty="0" smtClean="0">
                <a:solidFill>
                  <a:srgbClr val="00004F"/>
                </a:solidFill>
              </a:rPr>
              <a:t>&gt;</a:t>
            </a:r>
            <a:r>
              <a:rPr lang="en" sz="1600" dirty="0" smtClean="0">
                <a:solidFill>
                  <a:srgbClr val="00004F"/>
                </a:solidFill>
              </a:rPr>
              <a:t>0.3</a:t>
            </a:r>
            <a:endParaRPr dirty="0"/>
          </a:p>
          <a:p>
            <a:pPr marL="0" lvl="0" indent="0" algn="l"/>
            <a:r>
              <a:rPr lang="en-US" sz="1800" b="1" dirty="0">
                <a:solidFill>
                  <a:srgbClr val="00004F"/>
                </a:solidFill>
              </a:rPr>
              <a:t>Conclusion:</a:t>
            </a:r>
          </a:p>
          <a:p>
            <a:pPr marL="0" indent="0" algn="l"/>
            <a:r>
              <a:rPr lang="en-US" sz="1800" dirty="0">
                <a:solidFill>
                  <a:srgbClr val="00004F"/>
                </a:solidFill>
              </a:rPr>
              <a:t>After</a:t>
            </a:r>
            <a:r>
              <a:rPr lang="en-US" sz="1800" b="1" dirty="0">
                <a:solidFill>
                  <a:srgbClr val="00004F"/>
                </a:solidFill>
              </a:rPr>
              <a:t> </a:t>
            </a:r>
            <a:r>
              <a:rPr lang="en-US" sz="1800" dirty="0">
                <a:solidFill>
                  <a:srgbClr val="00004F"/>
                </a:solidFill>
              </a:rPr>
              <a:t>analysis we have came to conclusion that </a:t>
            </a:r>
            <a:r>
              <a:rPr lang="en" sz="1800" dirty="0">
                <a:solidFill>
                  <a:srgbClr val="00004F"/>
                </a:solidFill>
              </a:rPr>
              <a:t>so we </a:t>
            </a:r>
            <a:r>
              <a:rPr lang="en" sz="1800" b="1" dirty="0">
                <a:solidFill>
                  <a:srgbClr val="C00000"/>
                </a:solidFill>
              </a:rPr>
              <a:t>Reject</a:t>
            </a:r>
            <a:r>
              <a:rPr lang="en" sz="1800" dirty="0">
                <a:solidFill>
                  <a:srgbClr val="00004F"/>
                </a:solidFill>
              </a:rPr>
              <a:t> our </a:t>
            </a:r>
            <a:r>
              <a:rPr lang="en-US" sz="1800" dirty="0">
                <a:solidFill>
                  <a:srgbClr val="00004F"/>
                </a:solidFill>
              </a:rPr>
              <a:t>null hypothesis and </a:t>
            </a:r>
            <a:r>
              <a:rPr lang="en-US" sz="1800" b="1" dirty="0">
                <a:solidFill>
                  <a:srgbClr val="C00000"/>
                </a:solidFill>
              </a:rPr>
              <a:t>Accept</a:t>
            </a:r>
            <a:r>
              <a:rPr lang="en-US" sz="1800" dirty="0">
                <a:solidFill>
                  <a:srgbClr val="00004F"/>
                </a:solidFill>
              </a:rPr>
              <a:t> our alternative hypothesis.</a:t>
            </a:r>
            <a:endParaRPr lang="en-US" sz="1800" dirty="0">
              <a:solidFill>
                <a:srgbClr val="C00000"/>
              </a:solidFill>
            </a:endParaRPr>
          </a:p>
        </p:txBody>
      </p:sp>
      <p:sp>
        <p:nvSpPr>
          <p:cNvPr id="1189" name="Google Shape;1189;g2a7a040e388_2_0"/>
          <p:cNvSpPr txBox="1"/>
          <p:nvPr/>
        </p:nvSpPr>
        <p:spPr>
          <a:xfrm>
            <a:off x="1004725" y="2643050"/>
            <a:ext cx="2772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b="1">
                <a:solidFill>
                  <a:schemeClr val="dk1"/>
                </a:solidFill>
                <a:latin typeface="Albert Sans"/>
                <a:ea typeface="Albert Sans"/>
                <a:cs typeface="Albert Sans"/>
                <a:sym typeface="Albert Sans"/>
              </a:rPr>
              <a:t>0</a:t>
            </a:r>
            <a:endParaRPr sz="1500" b="1">
              <a:solidFill>
                <a:schemeClr val="dk1"/>
              </a:solidFill>
              <a:latin typeface="Albert Sans"/>
              <a:ea typeface="Albert Sans"/>
              <a:cs typeface="Albert Sans"/>
              <a:sym typeface="Albert Sans"/>
            </a:endParaRPr>
          </a:p>
        </p:txBody>
      </p:sp>
      <p:sp>
        <p:nvSpPr>
          <p:cNvPr id="1190" name="Google Shape;1190;g2a7a040e388_2_0"/>
          <p:cNvSpPr txBox="1"/>
          <p:nvPr/>
        </p:nvSpPr>
        <p:spPr>
          <a:xfrm>
            <a:off x="1004725" y="3010225"/>
            <a:ext cx="4221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b="1">
                <a:solidFill>
                  <a:schemeClr val="dk1"/>
                </a:solidFill>
                <a:latin typeface="Albert Sans"/>
                <a:ea typeface="Albert Sans"/>
                <a:cs typeface="Albert Sans"/>
                <a:sym typeface="Albert Sans"/>
              </a:rPr>
              <a:t>1</a:t>
            </a:r>
            <a:endParaRPr sz="1500" b="1">
              <a:solidFill>
                <a:schemeClr val="dk1"/>
              </a:solidFill>
              <a:latin typeface="Albert Sans"/>
              <a:ea typeface="Albert Sans"/>
              <a:cs typeface="Albert Sans"/>
              <a:sym typeface="Albert Sans"/>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94"/>
        <p:cNvGrpSpPr/>
        <p:nvPr/>
      </p:nvGrpSpPr>
      <p:grpSpPr>
        <a:xfrm>
          <a:off x="0" y="0"/>
          <a:ext cx="0" cy="0"/>
          <a:chOff x="0" y="0"/>
          <a:chExt cx="0" cy="0"/>
        </a:xfrm>
      </p:grpSpPr>
      <p:sp>
        <p:nvSpPr>
          <p:cNvPr id="1195" name="Google Shape;1195;g2a7a040e388_2_6"/>
          <p:cNvSpPr txBox="1">
            <a:spLocks noGrp="1"/>
          </p:cNvSpPr>
          <p:nvPr>
            <p:ph type="title"/>
          </p:nvPr>
        </p:nvSpPr>
        <p:spPr>
          <a:xfrm>
            <a:off x="720000" y="614722"/>
            <a:ext cx="7704000" cy="668400"/>
          </a:xfrm>
          <a:prstGeom prst="rect">
            <a:avLst/>
          </a:prstGeom>
          <a:pattFill prst="dkDnDiag">
            <a:fgClr>
              <a:schemeClr val="lt1"/>
            </a:fgClr>
            <a:bgClr>
              <a:schemeClr val="bg1"/>
            </a:bgClr>
          </a:pattFill>
          <a:ln>
            <a:solidFill>
              <a:schemeClr val="lt1"/>
            </a:solid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200"/>
              <a:buNone/>
            </a:pPr>
            <a:r>
              <a:rPr lang="en" dirty="0"/>
              <a:t>	</a:t>
            </a:r>
            <a:r>
              <a:rPr lang="en" sz="2000" dirty="0">
                <a:solidFill>
                  <a:srgbClr val="C00000"/>
                </a:solidFill>
                <a:latin typeface="Albert Sans"/>
                <a:ea typeface="Albert Sans"/>
                <a:cs typeface="Albert Sans"/>
                <a:sym typeface="Albert Sans"/>
              </a:rPr>
              <a:t>What factors influence your decision to return</a:t>
            </a:r>
            <a:r>
              <a:rPr lang="en" dirty="0"/>
              <a:t/>
            </a:r>
            <a:br>
              <a:rPr lang="en" dirty="0"/>
            </a:br>
            <a:endParaRPr sz="2400" dirty="0"/>
          </a:p>
        </p:txBody>
      </p:sp>
      <p:sp>
        <p:nvSpPr>
          <p:cNvPr id="1196" name="Google Shape;1196;g2a7a040e388_2_6"/>
          <p:cNvSpPr txBox="1">
            <a:spLocks noGrp="1"/>
          </p:cNvSpPr>
          <p:nvPr>
            <p:ph type="body" idx="1"/>
          </p:nvPr>
        </p:nvSpPr>
        <p:spPr>
          <a:xfrm>
            <a:off x="720000" y="1283122"/>
            <a:ext cx="7704000" cy="3219628"/>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SzPts val="1400"/>
              <a:buChar char="●"/>
            </a:pPr>
            <a:r>
              <a:rPr lang="en-US" sz="1800" b="1" dirty="0" smtClean="0">
                <a:solidFill>
                  <a:srgbClr val="00004F"/>
                </a:solidFill>
              </a:rPr>
              <a:t>I</a:t>
            </a:r>
            <a:r>
              <a:rPr lang="en" sz="1800" b="1" dirty="0" smtClean="0">
                <a:solidFill>
                  <a:srgbClr val="00004F"/>
                </a:solidFill>
              </a:rPr>
              <a:t>t is </a:t>
            </a:r>
            <a:r>
              <a:rPr lang="en" sz="1800" b="1" dirty="0">
                <a:solidFill>
                  <a:srgbClr val="00004F"/>
                </a:solidFill>
              </a:rPr>
              <a:t>also clear from </a:t>
            </a:r>
            <a:r>
              <a:rPr lang="en" sz="1800" b="1" dirty="0" smtClean="0">
                <a:solidFill>
                  <a:srgbClr val="00004F"/>
                </a:solidFill>
              </a:rPr>
              <a:t>demographics as well</a:t>
            </a:r>
            <a:r>
              <a:rPr lang="en" b="1" dirty="0" smtClean="0">
                <a:solidFill>
                  <a:srgbClr val="00004F"/>
                </a:solidFill>
              </a:rPr>
              <a:t>.</a:t>
            </a:r>
            <a:endParaRPr dirty="0"/>
          </a:p>
          <a:p>
            <a:pPr marL="139700" lvl="0" indent="0" algn="l" rtl="0">
              <a:lnSpc>
                <a:spcPct val="115000"/>
              </a:lnSpc>
              <a:spcBef>
                <a:spcPts val="0"/>
              </a:spcBef>
              <a:spcAft>
                <a:spcPts val="0"/>
              </a:spcAft>
              <a:buSzPts val="1400"/>
              <a:buNone/>
            </a:pPr>
            <a:endParaRPr sz="2000" b="1" dirty="0">
              <a:solidFill>
                <a:srgbClr val="C00000"/>
              </a:solidFill>
            </a:endParaRPr>
          </a:p>
          <a:p>
            <a:pPr marL="139700" lvl="0" indent="0" algn="l" rtl="0">
              <a:lnSpc>
                <a:spcPct val="115000"/>
              </a:lnSpc>
              <a:spcBef>
                <a:spcPts val="0"/>
              </a:spcBef>
              <a:spcAft>
                <a:spcPts val="0"/>
              </a:spcAft>
              <a:buSzPts val="1400"/>
              <a:buNone/>
            </a:pPr>
            <a:endParaRPr sz="2000" b="1" dirty="0">
              <a:solidFill>
                <a:srgbClr val="C00000"/>
              </a:solidFill>
            </a:endParaRPr>
          </a:p>
          <a:p>
            <a:pPr marL="139700" lvl="0" indent="0" algn="l" rtl="0">
              <a:lnSpc>
                <a:spcPct val="115000"/>
              </a:lnSpc>
              <a:spcBef>
                <a:spcPts val="0"/>
              </a:spcBef>
              <a:spcAft>
                <a:spcPts val="0"/>
              </a:spcAft>
              <a:buSzPts val="1400"/>
              <a:buNone/>
            </a:pPr>
            <a:endParaRPr sz="2000" b="1" dirty="0">
              <a:solidFill>
                <a:srgbClr val="C00000"/>
              </a:solidFill>
            </a:endParaRPr>
          </a:p>
          <a:p>
            <a:pPr marL="139700" lvl="0" indent="0" algn="l" rtl="0">
              <a:lnSpc>
                <a:spcPct val="115000"/>
              </a:lnSpc>
              <a:spcBef>
                <a:spcPts val="0"/>
              </a:spcBef>
              <a:spcAft>
                <a:spcPts val="0"/>
              </a:spcAft>
              <a:buSzPts val="1400"/>
              <a:buNone/>
            </a:pPr>
            <a:r>
              <a:rPr lang="en" sz="2000" b="1" dirty="0">
                <a:solidFill>
                  <a:srgbClr val="00004F"/>
                </a:solidFill>
              </a:rPr>
              <a:t>	</a:t>
            </a:r>
            <a:endParaRPr sz="2000" b="1" dirty="0">
              <a:solidFill>
                <a:srgbClr val="00004F"/>
              </a:solidFill>
            </a:endParaRPr>
          </a:p>
        </p:txBody>
      </p:sp>
      <p:graphicFrame>
        <p:nvGraphicFramePr>
          <p:cNvPr id="1197" name="Google Shape;1197;g2a7a040e388_2_6"/>
          <p:cNvGraphicFramePr/>
          <p:nvPr>
            <p:extLst>
              <p:ext uri="{D42A27DB-BD31-4B8C-83A1-F6EECF244321}">
                <p14:modId xmlns:p14="http://schemas.microsoft.com/office/powerpoint/2010/main" val="117987299"/>
              </p:ext>
            </p:extLst>
          </p:nvPr>
        </p:nvGraphicFramePr>
        <p:xfrm>
          <a:off x="720000" y="1737360"/>
          <a:ext cx="7596293" cy="2639906"/>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201"/>
        <p:cNvGrpSpPr/>
        <p:nvPr/>
      </p:nvGrpSpPr>
      <p:grpSpPr>
        <a:xfrm>
          <a:off x="0" y="0"/>
          <a:ext cx="0" cy="0"/>
          <a:chOff x="0" y="0"/>
          <a:chExt cx="0" cy="0"/>
        </a:xfrm>
      </p:grpSpPr>
      <p:sp>
        <p:nvSpPr>
          <p:cNvPr id="1202" name="Google Shape;1202;g2a7a040e388_2_13"/>
          <p:cNvSpPr txBox="1">
            <a:spLocks noGrp="1"/>
          </p:cNvSpPr>
          <p:nvPr>
            <p:ph type="title"/>
          </p:nvPr>
        </p:nvSpPr>
        <p:spPr>
          <a:xfrm>
            <a:off x="589370" y="683879"/>
            <a:ext cx="7811700" cy="6300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200"/>
              <a:buNone/>
            </a:pPr>
            <a:r>
              <a:rPr lang="en"/>
              <a:t>Observation # 12</a:t>
            </a:r>
            <a:endParaRPr/>
          </a:p>
        </p:txBody>
      </p:sp>
      <p:sp>
        <p:nvSpPr>
          <p:cNvPr id="1203" name="Google Shape;1203;g2a7a040e388_2_13"/>
          <p:cNvSpPr txBox="1">
            <a:spLocks noGrp="1"/>
          </p:cNvSpPr>
          <p:nvPr>
            <p:ph type="subTitle" idx="2"/>
          </p:nvPr>
        </p:nvSpPr>
        <p:spPr>
          <a:xfrm>
            <a:off x="827575" y="1229450"/>
            <a:ext cx="7573500" cy="3242700"/>
          </a:xfrm>
          <a:prstGeom prst="rect">
            <a:avLst/>
          </a:prstGeom>
          <a:noFill/>
          <a:ln>
            <a:noFill/>
          </a:ln>
        </p:spPr>
        <p:txBody>
          <a:bodyPr spcFirstLastPara="1" wrap="square" lIns="91425" tIns="91425" rIns="91425" bIns="91425" anchor="t" anchorCtr="0">
            <a:noAutofit/>
          </a:bodyPr>
          <a:lstStyle/>
          <a:p>
            <a:pPr marL="342900" lvl="0" indent="-342900" algn="l" rtl="0">
              <a:lnSpc>
                <a:spcPct val="115000"/>
              </a:lnSpc>
              <a:spcBef>
                <a:spcPts val="0"/>
              </a:spcBef>
              <a:spcAft>
                <a:spcPts val="0"/>
              </a:spcAft>
              <a:buSzPts val="1400"/>
              <a:buFont typeface="Noto Sans Symbols"/>
              <a:buChar char="❑"/>
            </a:pPr>
            <a:r>
              <a:rPr lang="en" sz="2000" b="1" dirty="0">
                <a:solidFill>
                  <a:srgbClr val="C00000"/>
                </a:solidFill>
              </a:rPr>
              <a:t>Rate Pakistan’s economic stability compared to other countries ?</a:t>
            </a:r>
            <a:endParaRPr sz="2000" b="1" dirty="0">
              <a:solidFill>
                <a:srgbClr val="C00000"/>
              </a:solidFill>
            </a:endParaRPr>
          </a:p>
          <a:p>
            <a:pPr marL="0" lvl="0" indent="0" algn="l" rtl="0">
              <a:lnSpc>
                <a:spcPct val="115000"/>
              </a:lnSpc>
              <a:spcBef>
                <a:spcPts val="0"/>
              </a:spcBef>
              <a:spcAft>
                <a:spcPts val="0"/>
              </a:spcAft>
              <a:buSzPts val="1400"/>
              <a:buNone/>
            </a:pPr>
            <a:r>
              <a:rPr lang="en" sz="2000" b="1" dirty="0">
                <a:solidFill>
                  <a:srgbClr val="00004F"/>
                </a:solidFill>
              </a:rPr>
              <a:t>H  : </a:t>
            </a:r>
            <a:r>
              <a:rPr lang="en" sz="1600" dirty="0">
                <a:solidFill>
                  <a:srgbClr val="00004F"/>
                </a:solidFill>
              </a:rPr>
              <a:t>Proportion of people responded economic stability as either unstable or very unstable </a:t>
            </a:r>
            <a:r>
              <a:rPr lang="en" sz="1800" dirty="0">
                <a:solidFill>
                  <a:srgbClr val="00004F"/>
                </a:solidFill>
              </a:rPr>
              <a:t>&lt;=</a:t>
            </a:r>
            <a:r>
              <a:rPr lang="en" sz="1600" dirty="0">
                <a:solidFill>
                  <a:srgbClr val="00004F"/>
                </a:solidFill>
              </a:rPr>
              <a:t> 0.6</a:t>
            </a:r>
            <a:endParaRPr dirty="0"/>
          </a:p>
          <a:p>
            <a:pPr marL="0" lvl="0" indent="0" algn="l" rtl="0">
              <a:lnSpc>
                <a:spcPct val="115000"/>
              </a:lnSpc>
              <a:spcBef>
                <a:spcPts val="0"/>
              </a:spcBef>
              <a:spcAft>
                <a:spcPts val="0"/>
              </a:spcAft>
              <a:buSzPts val="1400"/>
              <a:buNone/>
            </a:pPr>
            <a:r>
              <a:rPr lang="en" sz="2000" b="1" dirty="0">
                <a:solidFill>
                  <a:srgbClr val="00004F"/>
                </a:solidFill>
              </a:rPr>
              <a:t>H  : </a:t>
            </a:r>
            <a:r>
              <a:rPr lang="en" sz="1600" dirty="0" smtClean="0">
                <a:solidFill>
                  <a:srgbClr val="00004F"/>
                </a:solidFill>
              </a:rPr>
              <a:t>P </a:t>
            </a:r>
            <a:r>
              <a:rPr lang="en" sz="1800" dirty="0">
                <a:solidFill>
                  <a:srgbClr val="00004F"/>
                </a:solidFill>
              </a:rPr>
              <a:t>&gt; </a:t>
            </a:r>
            <a:r>
              <a:rPr lang="en" sz="1600" dirty="0">
                <a:solidFill>
                  <a:srgbClr val="00004F"/>
                </a:solidFill>
              </a:rPr>
              <a:t>0.6</a:t>
            </a:r>
            <a:endParaRPr dirty="0"/>
          </a:p>
          <a:p>
            <a:pPr marL="0" lvl="0" indent="0" algn="l"/>
            <a:r>
              <a:rPr lang="en-US" sz="2000" b="1" dirty="0">
                <a:solidFill>
                  <a:srgbClr val="00004F"/>
                </a:solidFill>
              </a:rPr>
              <a:t>Conclusion:</a:t>
            </a:r>
          </a:p>
          <a:p>
            <a:pPr marL="0" indent="0" algn="l"/>
            <a:r>
              <a:rPr lang="en-US" sz="2000" dirty="0">
                <a:solidFill>
                  <a:srgbClr val="00004F"/>
                </a:solidFill>
              </a:rPr>
              <a:t>After</a:t>
            </a:r>
            <a:r>
              <a:rPr lang="en-US" sz="2000" b="1" dirty="0">
                <a:solidFill>
                  <a:srgbClr val="00004F"/>
                </a:solidFill>
              </a:rPr>
              <a:t> </a:t>
            </a:r>
            <a:r>
              <a:rPr lang="en-US" sz="2000" dirty="0">
                <a:solidFill>
                  <a:srgbClr val="00004F"/>
                </a:solidFill>
              </a:rPr>
              <a:t>analysis we have came to conclusion that </a:t>
            </a:r>
            <a:r>
              <a:rPr lang="en" sz="2000" dirty="0">
                <a:solidFill>
                  <a:srgbClr val="00004F"/>
                </a:solidFill>
              </a:rPr>
              <a:t>so we </a:t>
            </a:r>
            <a:r>
              <a:rPr lang="en" sz="2000" b="1" dirty="0">
                <a:solidFill>
                  <a:srgbClr val="C00000"/>
                </a:solidFill>
              </a:rPr>
              <a:t>Reject</a:t>
            </a:r>
            <a:r>
              <a:rPr lang="en" sz="2000" dirty="0">
                <a:solidFill>
                  <a:srgbClr val="00004F"/>
                </a:solidFill>
              </a:rPr>
              <a:t> our </a:t>
            </a:r>
            <a:r>
              <a:rPr lang="en-US" sz="2000" dirty="0">
                <a:solidFill>
                  <a:srgbClr val="00004F"/>
                </a:solidFill>
              </a:rPr>
              <a:t>null hypothesis and </a:t>
            </a:r>
            <a:r>
              <a:rPr lang="en-US" sz="2000" b="1" dirty="0">
                <a:solidFill>
                  <a:srgbClr val="C00000"/>
                </a:solidFill>
              </a:rPr>
              <a:t>Accept</a:t>
            </a:r>
            <a:r>
              <a:rPr lang="en-US" sz="2000" dirty="0">
                <a:solidFill>
                  <a:srgbClr val="00004F"/>
                </a:solidFill>
              </a:rPr>
              <a:t> our alternative hypothesis.</a:t>
            </a:r>
            <a:endParaRPr lang="en-US" sz="2000" dirty="0">
              <a:solidFill>
                <a:srgbClr val="C00000"/>
              </a:solidFill>
            </a:endParaRPr>
          </a:p>
          <a:p>
            <a:pPr marL="0" lvl="0" indent="0" algn="l" rtl="0">
              <a:lnSpc>
                <a:spcPct val="150000"/>
              </a:lnSpc>
              <a:spcBef>
                <a:spcPts val="0"/>
              </a:spcBef>
              <a:spcAft>
                <a:spcPts val="0"/>
              </a:spcAft>
              <a:buSzPts val="1400"/>
              <a:buNone/>
            </a:pPr>
            <a:endParaRPr sz="2000" dirty="0">
              <a:solidFill>
                <a:srgbClr val="00004F"/>
              </a:solidFill>
            </a:endParaRPr>
          </a:p>
          <a:p>
            <a:pPr marL="0" lvl="0" indent="0" algn="l" rtl="0">
              <a:lnSpc>
                <a:spcPct val="150000"/>
              </a:lnSpc>
              <a:spcBef>
                <a:spcPts val="0"/>
              </a:spcBef>
              <a:spcAft>
                <a:spcPts val="0"/>
              </a:spcAft>
              <a:buSzPts val="1400"/>
              <a:buNone/>
            </a:pPr>
            <a:endParaRPr sz="1600" dirty="0">
              <a:solidFill>
                <a:srgbClr val="00004F"/>
              </a:solidFill>
            </a:endParaRPr>
          </a:p>
        </p:txBody>
      </p:sp>
      <p:sp>
        <p:nvSpPr>
          <p:cNvPr id="1204" name="Google Shape;1204;g2a7a040e388_2_13"/>
          <p:cNvSpPr txBox="1"/>
          <p:nvPr/>
        </p:nvSpPr>
        <p:spPr>
          <a:xfrm>
            <a:off x="1004725" y="2017975"/>
            <a:ext cx="3618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b="1">
                <a:solidFill>
                  <a:schemeClr val="dk1"/>
                </a:solidFill>
                <a:latin typeface="Albert Sans"/>
                <a:ea typeface="Albert Sans"/>
                <a:cs typeface="Albert Sans"/>
                <a:sym typeface="Albert Sans"/>
              </a:rPr>
              <a:t>0</a:t>
            </a:r>
            <a:endParaRPr sz="1500" b="1">
              <a:solidFill>
                <a:schemeClr val="dk1"/>
              </a:solidFill>
              <a:latin typeface="Albert Sans"/>
              <a:ea typeface="Albert Sans"/>
              <a:cs typeface="Albert Sans"/>
              <a:sym typeface="Albert Sans"/>
            </a:endParaRPr>
          </a:p>
        </p:txBody>
      </p:sp>
      <p:sp>
        <p:nvSpPr>
          <p:cNvPr id="1205" name="Google Shape;1205;g2a7a040e388_2_13"/>
          <p:cNvSpPr txBox="1"/>
          <p:nvPr/>
        </p:nvSpPr>
        <p:spPr>
          <a:xfrm>
            <a:off x="1034875" y="2763600"/>
            <a:ext cx="3015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b="1">
                <a:solidFill>
                  <a:schemeClr val="dk1"/>
                </a:solidFill>
                <a:latin typeface="Albert Sans"/>
                <a:ea typeface="Albert Sans"/>
                <a:cs typeface="Albert Sans"/>
                <a:sym typeface="Albert Sans"/>
              </a:rPr>
              <a:t>1</a:t>
            </a:r>
            <a:endParaRPr sz="1500" b="1">
              <a:solidFill>
                <a:schemeClr val="dk1"/>
              </a:solidFill>
              <a:latin typeface="Albert Sans"/>
              <a:ea typeface="Albert Sans"/>
              <a:cs typeface="Albert Sans"/>
              <a:sym typeface="Albert Sans"/>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09"/>
        <p:cNvGrpSpPr/>
        <p:nvPr/>
      </p:nvGrpSpPr>
      <p:grpSpPr>
        <a:xfrm>
          <a:off x="0" y="0"/>
          <a:ext cx="0" cy="0"/>
          <a:chOff x="0" y="0"/>
          <a:chExt cx="0" cy="0"/>
        </a:xfrm>
      </p:grpSpPr>
      <p:sp>
        <p:nvSpPr>
          <p:cNvPr id="1210" name="Google Shape;1210;g2a7a040e388_2_18"/>
          <p:cNvSpPr txBox="1">
            <a:spLocks noGrp="1"/>
          </p:cNvSpPr>
          <p:nvPr>
            <p:ph type="title"/>
          </p:nvPr>
        </p:nvSpPr>
        <p:spPr>
          <a:xfrm>
            <a:off x="720000" y="648588"/>
            <a:ext cx="7704000" cy="6684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200"/>
              <a:buNone/>
            </a:pPr>
            <a:r>
              <a:rPr lang="en" sz="1800">
                <a:solidFill>
                  <a:srgbClr val="C00000"/>
                </a:solidFill>
                <a:latin typeface="Albert Sans"/>
                <a:ea typeface="Albert Sans"/>
                <a:cs typeface="Albert Sans"/>
                <a:sym typeface="Albert Sans"/>
              </a:rPr>
              <a:t>Rate Pakistan’s economic stability compared to other countries ?</a:t>
            </a:r>
            <a:r>
              <a:rPr lang="en" sz="3000"/>
              <a:t/>
            </a:r>
            <a:br>
              <a:rPr lang="en" sz="3000"/>
            </a:br>
            <a:endParaRPr sz="2200"/>
          </a:p>
        </p:txBody>
      </p:sp>
      <p:sp>
        <p:nvSpPr>
          <p:cNvPr id="1211" name="Google Shape;1211;g2a7a040e388_2_18"/>
          <p:cNvSpPr txBox="1">
            <a:spLocks noGrp="1"/>
          </p:cNvSpPr>
          <p:nvPr>
            <p:ph type="body" idx="1"/>
          </p:nvPr>
        </p:nvSpPr>
        <p:spPr>
          <a:xfrm>
            <a:off x="720000" y="1230583"/>
            <a:ext cx="7704000" cy="107235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SzPts val="1400"/>
              <a:buChar char="●"/>
            </a:pPr>
            <a:r>
              <a:rPr lang="en" sz="1800" b="1" dirty="0" smtClean="0">
                <a:solidFill>
                  <a:srgbClr val="00004F"/>
                </a:solidFill>
              </a:rPr>
              <a:t>it </a:t>
            </a:r>
            <a:r>
              <a:rPr lang="en" sz="1800" b="1" dirty="0">
                <a:solidFill>
                  <a:srgbClr val="00004F"/>
                </a:solidFill>
              </a:rPr>
              <a:t>is also clear from </a:t>
            </a:r>
            <a:r>
              <a:rPr lang="en" sz="1800" b="1" dirty="0" smtClean="0">
                <a:solidFill>
                  <a:srgbClr val="00004F"/>
                </a:solidFill>
              </a:rPr>
              <a:t>demographics as well</a:t>
            </a:r>
            <a:r>
              <a:rPr lang="en" b="1" dirty="0" smtClean="0">
                <a:solidFill>
                  <a:srgbClr val="00004F"/>
                </a:solidFill>
              </a:rPr>
              <a:t>.</a:t>
            </a:r>
            <a:endParaRPr dirty="0"/>
          </a:p>
          <a:p>
            <a:pPr marL="139700" lvl="0" indent="0" algn="l" rtl="0">
              <a:lnSpc>
                <a:spcPct val="115000"/>
              </a:lnSpc>
              <a:spcBef>
                <a:spcPts val="0"/>
              </a:spcBef>
              <a:spcAft>
                <a:spcPts val="0"/>
              </a:spcAft>
              <a:buSzPts val="1400"/>
              <a:buNone/>
            </a:pPr>
            <a:endParaRPr sz="2000" b="1" dirty="0">
              <a:solidFill>
                <a:srgbClr val="C00000"/>
              </a:solidFill>
            </a:endParaRPr>
          </a:p>
          <a:p>
            <a:pPr marL="139700" lvl="0" indent="0" algn="l" rtl="0">
              <a:lnSpc>
                <a:spcPct val="115000"/>
              </a:lnSpc>
              <a:spcBef>
                <a:spcPts val="0"/>
              </a:spcBef>
              <a:spcAft>
                <a:spcPts val="0"/>
              </a:spcAft>
              <a:buSzPts val="1400"/>
              <a:buNone/>
            </a:pPr>
            <a:endParaRPr sz="2000" b="1" dirty="0">
              <a:solidFill>
                <a:srgbClr val="C00000"/>
              </a:solidFill>
            </a:endParaRPr>
          </a:p>
          <a:p>
            <a:pPr marL="139700" lvl="0" indent="0" algn="l" rtl="0">
              <a:lnSpc>
                <a:spcPct val="115000"/>
              </a:lnSpc>
              <a:spcBef>
                <a:spcPts val="0"/>
              </a:spcBef>
              <a:spcAft>
                <a:spcPts val="0"/>
              </a:spcAft>
              <a:buSzPts val="1400"/>
              <a:buNone/>
            </a:pPr>
            <a:endParaRPr sz="2000" b="1" dirty="0">
              <a:solidFill>
                <a:srgbClr val="C00000"/>
              </a:solidFill>
            </a:endParaRPr>
          </a:p>
          <a:p>
            <a:pPr marL="139700" lvl="0" indent="0" algn="l" rtl="0">
              <a:lnSpc>
                <a:spcPct val="115000"/>
              </a:lnSpc>
              <a:spcBef>
                <a:spcPts val="0"/>
              </a:spcBef>
              <a:spcAft>
                <a:spcPts val="0"/>
              </a:spcAft>
              <a:buSzPts val="1400"/>
              <a:buNone/>
            </a:pPr>
            <a:r>
              <a:rPr lang="en" sz="2000" b="1" dirty="0">
                <a:solidFill>
                  <a:srgbClr val="00004F"/>
                </a:solidFill>
              </a:rPr>
              <a:t>	</a:t>
            </a:r>
            <a:endParaRPr sz="2000" b="1" dirty="0">
              <a:solidFill>
                <a:srgbClr val="00004F"/>
              </a:solidFill>
            </a:endParaRPr>
          </a:p>
        </p:txBody>
      </p:sp>
      <p:graphicFrame>
        <p:nvGraphicFramePr>
          <p:cNvPr id="1212" name="Google Shape;1212;g2a7a040e388_2_18"/>
          <p:cNvGraphicFramePr/>
          <p:nvPr>
            <p:extLst>
              <p:ext uri="{D42A27DB-BD31-4B8C-83A1-F6EECF244321}">
                <p14:modId xmlns:p14="http://schemas.microsoft.com/office/powerpoint/2010/main" val="4213982167"/>
              </p:ext>
            </p:extLst>
          </p:nvPr>
        </p:nvGraphicFramePr>
        <p:xfrm>
          <a:off x="884767" y="1710559"/>
          <a:ext cx="7374466" cy="2742907"/>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216"/>
        <p:cNvGrpSpPr/>
        <p:nvPr/>
      </p:nvGrpSpPr>
      <p:grpSpPr>
        <a:xfrm>
          <a:off x="0" y="0"/>
          <a:ext cx="0" cy="0"/>
          <a:chOff x="0" y="0"/>
          <a:chExt cx="0" cy="0"/>
        </a:xfrm>
      </p:grpSpPr>
      <p:sp>
        <p:nvSpPr>
          <p:cNvPr id="1217" name="Google Shape;1217;g2a7a040e388_2_25"/>
          <p:cNvSpPr txBox="1">
            <a:spLocks noGrp="1"/>
          </p:cNvSpPr>
          <p:nvPr>
            <p:ph type="title"/>
          </p:nvPr>
        </p:nvSpPr>
        <p:spPr>
          <a:xfrm>
            <a:off x="589370" y="683879"/>
            <a:ext cx="7811700" cy="6300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200"/>
              <a:buNone/>
            </a:pPr>
            <a:r>
              <a:rPr lang="en"/>
              <a:t>Observation # 13</a:t>
            </a:r>
            <a:endParaRPr/>
          </a:p>
        </p:txBody>
      </p:sp>
      <p:sp>
        <p:nvSpPr>
          <p:cNvPr id="1218" name="Google Shape;1218;g2a7a040e388_2_25"/>
          <p:cNvSpPr txBox="1">
            <a:spLocks noGrp="1"/>
          </p:cNvSpPr>
          <p:nvPr>
            <p:ph type="subTitle" idx="2"/>
          </p:nvPr>
        </p:nvSpPr>
        <p:spPr>
          <a:xfrm>
            <a:off x="827575" y="1229450"/>
            <a:ext cx="7573500" cy="3242700"/>
          </a:xfrm>
          <a:prstGeom prst="rect">
            <a:avLst/>
          </a:prstGeom>
          <a:noFill/>
          <a:ln>
            <a:noFill/>
          </a:ln>
        </p:spPr>
        <p:txBody>
          <a:bodyPr spcFirstLastPara="1" wrap="square" lIns="91425" tIns="91425" rIns="91425" bIns="91425" anchor="t" anchorCtr="0">
            <a:noAutofit/>
          </a:bodyPr>
          <a:lstStyle/>
          <a:p>
            <a:pPr marL="342900" lvl="0" indent="-342900" algn="l" rtl="0">
              <a:lnSpc>
                <a:spcPct val="115000"/>
              </a:lnSpc>
              <a:spcBef>
                <a:spcPts val="0"/>
              </a:spcBef>
              <a:spcAft>
                <a:spcPts val="0"/>
              </a:spcAft>
              <a:buSzPts val="1400"/>
              <a:buFont typeface="Noto Sans Symbols"/>
              <a:buChar char="❑"/>
            </a:pPr>
            <a:r>
              <a:rPr lang="en" sz="2000" b="1" dirty="0">
                <a:solidFill>
                  <a:srgbClr val="C00000"/>
                </a:solidFill>
              </a:rPr>
              <a:t>How influential is Pakistan’s image in your decision to emigrate ?</a:t>
            </a:r>
            <a:endParaRPr sz="2000" b="1" dirty="0">
              <a:solidFill>
                <a:srgbClr val="C00000"/>
              </a:solidFill>
            </a:endParaRPr>
          </a:p>
          <a:p>
            <a:pPr marL="0" lvl="0" indent="0" algn="l" rtl="0">
              <a:lnSpc>
                <a:spcPct val="115000"/>
              </a:lnSpc>
              <a:spcBef>
                <a:spcPts val="0"/>
              </a:spcBef>
              <a:spcAft>
                <a:spcPts val="0"/>
              </a:spcAft>
              <a:buSzPts val="1400"/>
              <a:buNone/>
            </a:pPr>
            <a:r>
              <a:rPr lang="en" sz="2000" b="1" dirty="0">
                <a:solidFill>
                  <a:srgbClr val="00004F"/>
                </a:solidFill>
              </a:rPr>
              <a:t>H  : </a:t>
            </a:r>
            <a:r>
              <a:rPr lang="en" sz="1600" dirty="0">
                <a:solidFill>
                  <a:srgbClr val="00004F"/>
                </a:solidFill>
              </a:rPr>
              <a:t>Proportion of people responded influential or very influential </a:t>
            </a:r>
            <a:r>
              <a:rPr lang="en" sz="1900" dirty="0">
                <a:solidFill>
                  <a:srgbClr val="00004F"/>
                </a:solidFill>
              </a:rPr>
              <a:t>&gt;=</a:t>
            </a:r>
            <a:r>
              <a:rPr lang="en" sz="1800" dirty="0">
                <a:solidFill>
                  <a:srgbClr val="00004F"/>
                </a:solidFill>
              </a:rPr>
              <a:t> </a:t>
            </a:r>
            <a:r>
              <a:rPr lang="en" sz="1600" dirty="0" smtClean="0">
                <a:solidFill>
                  <a:srgbClr val="00004F"/>
                </a:solidFill>
              </a:rPr>
              <a:t>0.5</a:t>
            </a:r>
            <a:endParaRPr dirty="0"/>
          </a:p>
          <a:p>
            <a:pPr marL="0" lvl="0" indent="0" algn="l" rtl="0">
              <a:lnSpc>
                <a:spcPct val="115000"/>
              </a:lnSpc>
              <a:spcBef>
                <a:spcPts val="0"/>
              </a:spcBef>
              <a:spcAft>
                <a:spcPts val="0"/>
              </a:spcAft>
              <a:buSzPts val="1400"/>
              <a:buNone/>
            </a:pPr>
            <a:r>
              <a:rPr lang="en" sz="2000" b="1" dirty="0">
                <a:solidFill>
                  <a:srgbClr val="00004F"/>
                </a:solidFill>
              </a:rPr>
              <a:t>H : </a:t>
            </a:r>
            <a:r>
              <a:rPr lang="en" sz="1600" dirty="0" smtClean="0">
                <a:solidFill>
                  <a:srgbClr val="00004F"/>
                </a:solidFill>
              </a:rPr>
              <a:t>P</a:t>
            </a:r>
            <a:r>
              <a:rPr lang="en" sz="1800" dirty="0" smtClean="0">
                <a:solidFill>
                  <a:srgbClr val="00004F"/>
                </a:solidFill>
              </a:rPr>
              <a:t>&lt;</a:t>
            </a:r>
            <a:r>
              <a:rPr lang="en" sz="1600" dirty="0" smtClean="0">
                <a:solidFill>
                  <a:srgbClr val="00004F"/>
                </a:solidFill>
              </a:rPr>
              <a:t>0.5</a:t>
            </a:r>
          </a:p>
          <a:p>
            <a:pPr marL="0" lvl="0" indent="0" algn="l" rtl="0">
              <a:lnSpc>
                <a:spcPct val="115000"/>
              </a:lnSpc>
              <a:spcBef>
                <a:spcPts val="0"/>
              </a:spcBef>
              <a:spcAft>
                <a:spcPts val="0"/>
              </a:spcAft>
              <a:buSzPts val="1400"/>
              <a:buNone/>
            </a:pPr>
            <a:endParaRPr dirty="0"/>
          </a:p>
          <a:p>
            <a:pPr marL="0" lvl="0" indent="0" algn="l"/>
            <a:r>
              <a:rPr lang="en-US" sz="2000" b="1" dirty="0">
                <a:solidFill>
                  <a:srgbClr val="00004F"/>
                </a:solidFill>
              </a:rPr>
              <a:t>Conclusion:</a:t>
            </a:r>
          </a:p>
          <a:p>
            <a:pPr marL="0" indent="0" algn="l"/>
            <a:r>
              <a:rPr lang="en-US" sz="2000" dirty="0">
                <a:solidFill>
                  <a:srgbClr val="00004F"/>
                </a:solidFill>
              </a:rPr>
              <a:t>After</a:t>
            </a:r>
            <a:r>
              <a:rPr lang="en-US" sz="2000" b="1" dirty="0">
                <a:solidFill>
                  <a:srgbClr val="00004F"/>
                </a:solidFill>
              </a:rPr>
              <a:t> </a:t>
            </a:r>
            <a:r>
              <a:rPr lang="en-US" sz="2000" dirty="0">
                <a:solidFill>
                  <a:srgbClr val="00004F"/>
                </a:solidFill>
              </a:rPr>
              <a:t>analysis we have came to conclusion that so we </a:t>
            </a:r>
            <a:r>
              <a:rPr lang="en-US" sz="2000" b="1" dirty="0">
                <a:solidFill>
                  <a:srgbClr val="C00000"/>
                </a:solidFill>
              </a:rPr>
              <a:t>Accept</a:t>
            </a:r>
            <a:r>
              <a:rPr lang="en-US" sz="2000" dirty="0" smtClean="0">
                <a:solidFill>
                  <a:srgbClr val="00004F"/>
                </a:solidFill>
              </a:rPr>
              <a:t> </a:t>
            </a:r>
            <a:r>
              <a:rPr lang="en-US" sz="2000" dirty="0">
                <a:solidFill>
                  <a:srgbClr val="00004F"/>
                </a:solidFill>
              </a:rPr>
              <a:t>our null hypothesis and </a:t>
            </a:r>
            <a:r>
              <a:rPr lang="en-US" sz="2000" b="1" dirty="0" smtClean="0">
                <a:solidFill>
                  <a:srgbClr val="C00000"/>
                </a:solidFill>
              </a:rPr>
              <a:t>Reject</a:t>
            </a:r>
            <a:r>
              <a:rPr lang="en-US" sz="2000" dirty="0" smtClean="0">
                <a:solidFill>
                  <a:srgbClr val="00004F"/>
                </a:solidFill>
              </a:rPr>
              <a:t> our </a:t>
            </a:r>
            <a:r>
              <a:rPr lang="en-US" sz="2000" dirty="0">
                <a:solidFill>
                  <a:srgbClr val="00004F"/>
                </a:solidFill>
              </a:rPr>
              <a:t>alternative hypothesis.</a:t>
            </a:r>
            <a:endParaRPr lang="en-US" sz="2000" dirty="0">
              <a:solidFill>
                <a:srgbClr val="C00000"/>
              </a:solidFill>
            </a:endParaRPr>
          </a:p>
          <a:p>
            <a:pPr marL="0" lvl="0" indent="0" algn="l">
              <a:lnSpc>
                <a:spcPct val="150000"/>
              </a:lnSpc>
            </a:pPr>
            <a:endParaRPr lang="en-US" sz="1800" dirty="0">
              <a:solidFill>
                <a:srgbClr val="00004F"/>
              </a:solidFill>
            </a:endParaRPr>
          </a:p>
          <a:p>
            <a:pPr marL="0" lvl="0" indent="0" algn="l" rtl="0">
              <a:lnSpc>
                <a:spcPct val="150000"/>
              </a:lnSpc>
              <a:spcBef>
                <a:spcPts val="0"/>
              </a:spcBef>
              <a:spcAft>
                <a:spcPts val="0"/>
              </a:spcAft>
              <a:buSzPts val="1400"/>
              <a:buNone/>
            </a:pPr>
            <a:endParaRPr sz="2400" dirty="0">
              <a:solidFill>
                <a:srgbClr val="00004F"/>
              </a:solidFill>
            </a:endParaRPr>
          </a:p>
          <a:p>
            <a:pPr marL="0" lvl="0" indent="0" algn="l" rtl="0">
              <a:lnSpc>
                <a:spcPct val="150000"/>
              </a:lnSpc>
              <a:spcBef>
                <a:spcPts val="0"/>
              </a:spcBef>
              <a:spcAft>
                <a:spcPts val="0"/>
              </a:spcAft>
              <a:buSzPts val="1400"/>
              <a:buNone/>
            </a:pPr>
            <a:endParaRPr sz="1600" dirty="0">
              <a:solidFill>
                <a:srgbClr val="00004F"/>
              </a:solidFill>
            </a:endParaRPr>
          </a:p>
        </p:txBody>
      </p:sp>
      <p:sp>
        <p:nvSpPr>
          <p:cNvPr id="1219" name="Google Shape;1219;g2a7a040e388_2_25"/>
          <p:cNvSpPr txBox="1"/>
          <p:nvPr/>
        </p:nvSpPr>
        <p:spPr>
          <a:xfrm>
            <a:off x="1004725" y="2078250"/>
            <a:ext cx="2052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b="1">
                <a:solidFill>
                  <a:schemeClr val="dk1"/>
                </a:solidFill>
                <a:latin typeface="Albert Sans"/>
                <a:ea typeface="Albert Sans"/>
                <a:cs typeface="Albert Sans"/>
                <a:sym typeface="Albert Sans"/>
              </a:rPr>
              <a:t>0</a:t>
            </a:r>
            <a:endParaRPr sz="1500" b="1">
              <a:solidFill>
                <a:schemeClr val="dk1"/>
              </a:solidFill>
              <a:latin typeface="Albert Sans"/>
              <a:ea typeface="Albert Sans"/>
              <a:cs typeface="Albert Sans"/>
              <a:sym typeface="Albert Sans"/>
            </a:endParaRPr>
          </a:p>
        </p:txBody>
      </p:sp>
      <p:sp>
        <p:nvSpPr>
          <p:cNvPr id="1220" name="Google Shape;1220;g2a7a040e388_2_25"/>
          <p:cNvSpPr txBox="1"/>
          <p:nvPr/>
        </p:nvSpPr>
        <p:spPr>
          <a:xfrm>
            <a:off x="1004725" y="2421400"/>
            <a:ext cx="3015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b="1">
                <a:solidFill>
                  <a:schemeClr val="dk1"/>
                </a:solidFill>
                <a:latin typeface="Albert Sans"/>
                <a:ea typeface="Albert Sans"/>
                <a:cs typeface="Albert Sans"/>
                <a:sym typeface="Albert Sans"/>
              </a:rPr>
              <a:t>1</a:t>
            </a:r>
            <a:endParaRPr sz="1500" b="1">
              <a:solidFill>
                <a:schemeClr val="dk1"/>
              </a:solidFill>
              <a:latin typeface="Albert Sans"/>
              <a:ea typeface="Albert Sans"/>
              <a:cs typeface="Albert Sans"/>
              <a:sym typeface="Albert Sans"/>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24"/>
        <p:cNvGrpSpPr/>
        <p:nvPr/>
      </p:nvGrpSpPr>
      <p:grpSpPr>
        <a:xfrm>
          <a:off x="0" y="0"/>
          <a:ext cx="0" cy="0"/>
          <a:chOff x="0" y="0"/>
          <a:chExt cx="0" cy="0"/>
        </a:xfrm>
      </p:grpSpPr>
      <p:sp>
        <p:nvSpPr>
          <p:cNvPr id="1225" name="Google Shape;1225;g2a7a040e388_2_30"/>
          <p:cNvSpPr txBox="1">
            <a:spLocks noGrp="1"/>
          </p:cNvSpPr>
          <p:nvPr>
            <p:ph type="title"/>
          </p:nvPr>
        </p:nvSpPr>
        <p:spPr>
          <a:xfrm>
            <a:off x="720000" y="606255"/>
            <a:ext cx="7704000" cy="6684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200"/>
              <a:buNone/>
            </a:pPr>
            <a:r>
              <a:rPr lang="en" sz="1900" dirty="0">
                <a:solidFill>
                  <a:srgbClr val="C00000"/>
                </a:solidFill>
                <a:latin typeface="Albert Sans"/>
                <a:ea typeface="Albert Sans"/>
                <a:cs typeface="Albert Sans"/>
                <a:sym typeface="Albert Sans"/>
              </a:rPr>
              <a:t>How influential is Pakistan’s image in your decision to emigrate</a:t>
            </a:r>
            <a:r>
              <a:rPr lang="en" sz="2000" dirty="0">
                <a:solidFill>
                  <a:srgbClr val="C00000"/>
                </a:solidFill>
                <a:latin typeface="Albert Sans"/>
                <a:ea typeface="Albert Sans"/>
                <a:cs typeface="Albert Sans"/>
                <a:sym typeface="Albert Sans"/>
              </a:rPr>
              <a:t> ?</a:t>
            </a:r>
            <a:r>
              <a:rPr lang="en" dirty="0"/>
              <a:t>	</a:t>
            </a:r>
            <a:br>
              <a:rPr lang="en" dirty="0"/>
            </a:br>
            <a:endParaRPr sz="2400" dirty="0"/>
          </a:p>
        </p:txBody>
      </p:sp>
      <p:sp>
        <p:nvSpPr>
          <p:cNvPr id="1226" name="Google Shape;1226;g2a7a040e388_2_30"/>
          <p:cNvSpPr txBox="1">
            <a:spLocks noGrp="1"/>
          </p:cNvSpPr>
          <p:nvPr>
            <p:ph type="body" idx="1"/>
          </p:nvPr>
        </p:nvSpPr>
        <p:spPr>
          <a:xfrm>
            <a:off x="720000" y="1139188"/>
            <a:ext cx="7704000" cy="107235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SzPts val="1400"/>
              <a:buChar char="●"/>
            </a:pPr>
            <a:r>
              <a:rPr lang="en" sz="1800" b="1" dirty="0" smtClean="0">
                <a:solidFill>
                  <a:srgbClr val="00004F"/>
                </a:solidFill>
              </a:rPr>
              <a:t>it </a:t>
            </a:r>
            <a:r>
              <a:rPr lang="en" sz="1800" b="1" dirty="0">
                <a:solidFill>
                  <a:srgbClr val="00004F"/>
                </a:solidFill>
              </a:rPr>
              <a:t>is also clear from </a:t>
            </a:r>
            <a:r>
              <a:rPr lang="en" sz="1800" b="1" dirty="0" smtClean="0">
                <a:solidFill>
                  <a:srgbClr val="00004F"/>
                </a:solidFill>
              </a:rPr>
              <a:t>demographics</a:t>
            </a:r>
            <a:r>
              <a:rPr lang="en-US" sz="1800" b="1" dirty="0" smtClean="0">
                <a:solidFill>
                  <a:srgbClr val="00004F"/>
                </a:solidFill>
              </a:rPr>
              <a:t> as well.</a:t>
            </a:r>
            <a:endParaRPr dirty="0"/>
          </a:p>
          <a:p>
            <a:pPr marL="139700" lvl="0" indent="0" algn="l" rtl="0">
              <a:lnSpc>
                <a:spcPct val="115000"/>
              </a:lnSpc>
              <a:spcBef>
                <a:spcPts val="0"/>
              </a:spcBef>
              <a:spcAft>
                <a:spcPts val="0"/>
              </a:spcAft>
              <a:buSzPts val="1400"/>
              <a:buNone/>
            </a:pPr>
            <a:endParaRPr sz="2000" b="1" dirty="0">
              <a:solidFill>
                <a:srgbClr val="C00000"/>
              </a:solidFill>
            </a:endParaRPr>
          </a:p>
          <a:p>
            <a:pPr marL="139700" lvl="0" indent="0" algn="l" rtl="0">
              <a:lnSpc>
                <a:spcPct val="115000"/>
              </a:lnSpc>
              <a:spcBef>
                <a:spcPts val="0"/>
              </a:spcBef>
              <a:spcAft>
                <a:spcPts val="0"/>
              </a:spcAft>
              <a:buSzPts val="1400"/>
              <a:buNone/>
            </a:pPr>
            <a:endParaRPr sz="2000" b="1" dirty="0">
              <a:solidFill>
                <a:srgbClr val="C00000"/>
              </a:solidFill>
            </a:endParaRPr>
          </a:p>
          <a:p>
            <a:pPr marL="139700" lvl="0" indent="0" algn="l" rtl="0">
              <a:lnSpc>
                <a:spcPct val="115000"/>
              </a:lnSpc>
              <a:spcBef>
                <a:spcPts val="0"/>
              </a:spcBef>
              <a:spcAft>
                <a:spcPts val="0"/>
              </a:spcAft>
              <a:buSzPts val="1400"/>
              <a:buNone/>
            </a:pPr>
            <a:endParaRPr sz="2000" b="1" dirty="0">
              <a:solidFill>
                <a:srgbClr val="C00000"/>
              </a:solidFill>
            </a:endParaRPr>
          </a:p>
          <a:p>
            <a:pPr marL="139700" lvl="0" indent="0" algn="l" rtl="0">
              <a:lnSpc>
                <a:spcPct val="115000"/>
              </a:lnSpc>
              <a:spcBef>
                <a:spcPts val="0"/>
              </a:spcBef>
              <a:spcAft>
                <a:spcPts val="0"/>
              </a:spcAft>
              <a:buSzPts val="1400"/>
              <a:buNone/>
            </a:pPr>
            <a:r>
              <a:rPr lang="en" sz="2000" b="1" dirty="0">
                <a:solidFill>
                  <a:srgbClr val="00004F"/>
                </a:solidFill>
              </a:rPr>
              <a:t>	</a:t>
            </a:r>
            <a:endParaRPr sz="2000" b="1" dirty="0">
              <a:solidFill>
                <a:srgbClr val="00004F"/>
              </a:solidFill>
            </a:endParaRPr>
          </a:p>
        </p:txBody>
      </p:sp>
      <p:graphicFrame>
        <p:nvGraphicFramePr>
          <p:cNvPr id="1227" name="Google Shape;1227;g2a7a040e388_2_30"/>
          <p:cNvGraphicFramePr/>
          <p:nvPr>
            <p:extLst>
              <p:ext uri="{D42A27DB-BD31-4B8C-83A1-F6EECF244321}">
                <p14:modId xmlns:p14="http://schemas.microsoft.com/office/powerpoint/2010/main" val="2017779626"/>
              </p:ext>
            </p:extLst>
          </p:nvPr>
        </p:nvGraphicFramePr>
        <p:xfrm>
          <a:off x="945727" y="1807588"/>
          <a:ext cx="7374466" cy="2675467"/>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231"/>
        <p:cNvGrpSpPr/>
        <p:nvPr/>
      </p:nvGrpSpPr>
      <p:grpSpPr>
        <a:xfrm>
          <a:off x="0" y="0"/>
          <a:ext cx="0" cy="0"/>
          <a:chOff x="0" y="0"/>
          <a:chExt cx="0" cy="0"/>
        </a:xfrm>
      </p:grpSpPr>
      <p:sp>
        <p:nvSpPr>
          <p:cNvPr id="1232" name="Google Shape;1232;p42"/>
          <p:cNvSpPr txBox="1">
            <a:spLocks noGrp="1"/>
          </p:cNvSpPr>
          <p:nvPr>
            <p:ph type="title"/>
          </p:nvPr>
        </p:nvSpPr>
        <p:spPr>
          <a:xfrm>
            <a:off x="720000" y="954156"/>
            <a:ext cx="7704000" cy="728869"/>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200"/>
              <a:buNone/>
            </a:pPr>
            <a:r>
              <a:rPr lang="en"/>
              <a:t>Conclusion</a:t>
            </a:r>
            <a:endParaRPr/>
          </a:p>
        </p:txBody>
      </p:sp>
      <p:sp>
        <p:nvSpPr>
          <p:cNvPr id="1233" name="Google Shape;1233;p42"/>
          <p:cNvSpPr txBox="1">
            <a:spLocks noGrp="1"/>
          </p:cNvSpPr>
          <p:nvPr>
            <p:ph type="body" idx="1"/>
          </p:nvPr>
        </p:nvSpPr>
        <p:spPr>
          <a:xfrm>
            <a:off x="720000" y="1789043"/>
            <a:ext cx="7704000" cy="2378765"/>
          </a:xfrm>
          <a:prstGeom prst="rect">
            <a:avLst/>
          </a:prstGeom>
          <a:noFill/>
          <a:ln>
            <a:noFill/>
          </a:ln>
        </p:spPr>
        <p:txBody>
          <a:bodyPr spcFirstLastPara="1" wrap="square" lIns="91425" tIns="91425" rIns="91425" bIns="91425" anchor="t" anchorCtr="0">
            <a:noAutofit/>
          </a:bodyPr>
          <a:lstStyle/>
          <a:p>
            <a:pPr marL="285750" lvl="0" indent="-285750" algn="l" rtl="0">
              <a:lnSpc>
                <a:spcPct val="150000"/>
              </a:lnSpc>
              <a:spcBef>
                <a:spcPts val="0"/>
              </a:spcBef>
              <a:spcAft>
                <a:spcPts val="0"/>
              </a:spcAft>
              <a:buSzPts val="1400"/>
              <a:buFont typeface="Arial"/>
              <a:buChar char="•"/>
            </a:pPr>
            <a:r>
              <a:rPr lang="en" sz="1600">
                <a:solidFill>
                  <a:srgbClr val="000035"/>
                </a:solidFill>
              </a:rPr>
              <a:t>Strong inclination towards emigration, fueled by aspirations for improved career and educational opportunities.</a:t>
            </a:r>
            <a:endParaRPr/>
          </a:p>
          <a:p>
            <a:pPr marL="285750" lvl="0" indent="-285750" algn="l" rtl="0">
              <a:lnSpc>
                <a:spcPct val="150000"/>
              </a:lnSpc>
              <a:spcBef>
                <a:spcPts val="0"/>
              </a:spcBef>
              <a:spcAft>
                <a:spcPts val="0"/>
              </a:spcAft>
              <a:buSzPts val="1400"/>
              <a:buFont typeface="Arial"/>
              <a:buChar char="•"/>
            </a:pPr>
            <a:r>
              <a:rPr lang="en" sz="1600">
                <a:solidFill>
                  <a:srgbClr val="000035"/>
                </a:solidFill>
              </a:rPr>
              <a:t>Student dissatisfaction with local employment prospects; migration influenced by economic challenges and political instability.</a:t>
            </a:r>
            <a:endParaRPr/>
          </a:p>
          <a:p>
            <a:pPr marL="285750" lvl="0" indent="-285750" algn="l" rtl="0">
              <a:lnSpc>
                <a:spcPct val="150000"/>
              </a:lnSpc>
              <a:spcBef>
                <a:spcPts val="0"/>
              </a:spcBef>
              <a:spcAft>
                <a:spcPts val="0"/>
              </a:spcAft>
              <a:buSzPts val="1400"/>
              <a:buFont typeface="Arial"/>
              <a:buChar char="•"/>
            </a:pPr>
            <a:r>
              <a:rPr lang="en" sz="1600">
                <a:solidFill>
                  <a:srgbClr val="000035"/>
                </a:solidFill>
              </a:rPr>
              <a:t>Emigration choices influenced by perceptions of various life aspects.</a:t>
            </a:r>
            <a:endParaRPr/>
          </a:p>
          <a:p>
            <a:pPr marL="285750" lvl="0" indent="-285750" algn="l" rtl="0">
              <a:lnSpc>
                <a:spcPct val="150000"/>
              </a:lnSpc>
              <a:spcBef>
                <a:spcPts val="0"/>
              </a:spcBef>
              <a:spcAft>
                <a:spcPts val="0"/>
              </a:spcAft>
              <a:buSzPts val="1400"/>
              <a:buFont typeface="Arial"/>
              <a:buChar char="•"/>
            </a:pPr>
            <a:r>
              <a:rPr lang="en" sz="1600">
                <a:solidFill>
                  <a:srgbClr val="000035"/>
                </a:solidFill>
              </a:rPr>
              <a:t>Existence of intentions to return, primarily rooted in familial considerations.</a:t>
            </a:r>
            <a:endParaRPr/>
          </a:p>
          <a:p>
            <a:pPr marL="285750" lvl="0" indent="-196850" algn="l" rtl="0">
              <a:lnSpc>
                <a:spcPct val="150000"/>
              </a:lnSpc>
              <a:spcBef>
                <a:spcPts val="0"/>
              </a:spcBef>
              <a:spcAft>
                <a:spcPts val="0"/>
              </a:spcAft>
              <a:buSzPts val="1400"/>
              <a:buFont typeface="Arial"/>
              <a:buNone/>
            </a:pPr>
            <a:endParaRPr sz="1600">
              <a:solidFill>
                <a:srgbClr val="000035"/>
              </a:solidFill>
            </a:endParaRPr>
          </a:p>
          <a:p>
            <a:pPr marL="0" lvl="0" indent="0" algn="l" rtl="0">
              <a:lnSpc>
                <a:spcPct val="100000"/>
              </a:lnSpc>
              <a:spcBef>
                <a:spcPts val="0"/>
              </a:spcBef>
              <a:spcAft>
                <a:spcPts val="0"/>
              </a:spcAft>
              <a:buSzPts val="1400"/>
              <a:buNone/>
            </a:pPr>
            <a:endParaRPr/>
          </a:p>
          <a:p>
            <a:pPr marL="285750" lvl="0" indent="-196850" algn="l" rtl="0">
              <a:lnSpc>
                <a:spcPct val="100000"/>
              </a:lnSpc>
              <a:spcBef>
                <a:spcPts val="0"/>
              </a:spcBef>
              <a:spcAft>
                <a:spcPts val="0"/>
              </a:spcAft>
              <a:buSzPts val="1400"/>
              <a:buFont typeface="Arial"/>
              <a:buNone/>
            </a:pPr>
            <a:endParaRPr>
              <a:solidFill>
                <a:srgbClr val="00004F"/>
              </a:solidFill>
            </a:endParaRPr>
          </a:p>
        </p:txBody>
      </p:sp>
      <p:sp>
        <p:nvSpPr>
          <p:cNvPr id="1234" name="Google Shape;1234;p42"/>
          <p:cNvSpPr/>
          <p:nvPr/>
        </p:nvSpPr>
        <p:spPr>
          <a:xfrm>
            <a:off x="0" y="0"/>
            <a:ext cx="2919413" cy="0"/>
          </a:xfrm>
          <a:prstGeom prst="rect">
            <a:avLst/>
          </a:prstGeom>
          <a:solidFill>
            <a:srgbClr val="343541"/>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chemeClr val="dk1"/>
              </a:buClr>
              <a:buSzPts val="1000"/>
              <a:buFont typeface="Arial"/>
              <a:buNone/>
            </a:pPr>
            <a:endParaRPr sz="1000" b="0" i="0" u="none" strike="noStrike" cap="none">
              <a:solidFill>
                <a:schemeClr val="dk1"/>
              </a:solidFill>
              <a:latin typeface="Arial"/>
              <a:ea typeface="Arial"/>
              <a:cs typeface="Arial"/>
              <a:sym typeface="Arial"/>
            </a:endParaRPr>
          </a:p>
          <a:p>
            <a:pPr marL="457200" marR="0" lvl="1" indent="-63500" algn="l" rtl="0">
              <a:lnSpc>
                <a:spcPct val="100000"/>
              </a:lnSpc>
              <a:spcBef>
                <a:spcPts val="0"/>
              </a:spcBef>
              <a:spcAft>
                <a:spcPts val="0"/>
              </a:spcAft>
              <a:buClr>
                <a:schemeClr val="dk1"/>
              </a:buClr>
              <a:buSzPts val="1000"/>
              <a:buFont typeface="Arial"/>
              <a:buChar char="•"/>
            </a:pPr>
            <a:r>
              <a:rPr lang="en" sz="1000" b="0" i="0" u="none" strike="noStrike" cap="none">
                <a:solidFill>
                  <a:schemeClr val="dk1"/>
                </a:solidFill>
                <a:latin typeface="Arial"/>
                <a:ea typeface="Arial"/>
                <a:cs typeface="Arial"/>
                <a:sym typeface="Arial"/>
              </a:rPr>
              <a:t>Widespread perception of instability in Pakistan.</a:t>
            </a:r>
            <a:endParaRPr/>
          </a:p>
          <a:p>
            <a:pPr marL="0" marR="0" lvl="0" indent="0" algn="l" rtl="0">
              <a:lnSpc>
                <a:spcPct val="100000"/>
              </a:lnSpc>
              <a:spcBef>
                <a:spcPts val="0"/>
              </a:spcBef>
              <a:spcAft>
                <a:spcPts val="0"/>
              </a:spcAft>
              <a:buClr>
                <a:schemeClr val="dk1"/>
              </a:buClr>
              <a:buSzPts val="1000"/>
              <a:buFont typeface="Arial"/>
              <a:buNone/>
            </a:pPr>
            <a:r>
              <a:rPr lang="en" sz="1000" b="0" i="0" u="none" strike="noStrike" cap="none">
                <a:solidFill>
                  <a:schemeClr val="dk1"/>
                </a:solidFill>
                <a:latin typeface="Arial"/>
                <a:ea typeface="Arial"/>
                <a:cs typeface="Arial"/>
                <a:sym typeface="Arial"/>
              </a:rPr>
              <a:t/>
            </a:r>
            <a:br>
              <a:rPr lang="en" sz="1000" b="0" i="0" u="none" strike="noStrike" cap="none">
                <a:solidFill>
                  <a:schemeClr val="dk1"/>
                </a:solidFill>
                <a:latin typeface="Arial"/>
                <a:ea typeface="Arial"/>
                <a:cs typeface="Arial"/>
                <a:sym typeface="Arial"/>
              </a:rPr>
            </a:br>
            <a:endParaRPr sz="1800" b="0" i="0" u="none" strike="noStrike" cap="none">
              <a:solidFill>
                <a:schemeClr val="dk1"/>
              </a:solidFill>
              <a:latin typeface="Arial"/>
              <a:ea typeface="Arial"/>
              <a:cs typeface="Arial"/>
              <a:sym typeface="Arial"/>
            </a:endParaRPr>
          </a:p>
        </p:txBody>
      </p:sp>
      <p:sp>
        <p:nvSpPr>
          <p:cNvPr id="1235" name="Google Shape;1235;p42"/>
          <p:cNvSpPr/>
          <p:nvPr/>
        </p:nvSpPr>
        <p:spPr>
          <a:xfrm>
            <a:off x="152400" y="152400"/>
            <a:ext cx="2919413" cy="0"/>
          </a:xfrm>
          <a:prstGeom prst="rect">
            <a:avLst/>
          </a:prstGeom>
          <a:solidFill>
            <a:srgbClr val="343541"/>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chemeClr val="dk1"/>
              </a:buClr>
              <a:buSzPts val="1000"/>
              <a:buFont typeface="Arial"/>
              <a:buNone/>
            </a:pPr>
            <a:endParaRPr sz="1000" b="0" i="0" u="none" strike="noStrike" cap="none">
              <a:solidFill>
                <a:schemeClr val="dk1"/>
              </a:solidFill>
              <a:latin typeface="Arial"/>
              <a:ea typeface="Arial"/>
              <a:cs typeface="Arial"/>
              <a:sym typeface="Arial"/>
            </a:endParaRPr>
          </a:p>
          <a:p>
            <a:pPr marL="457200" marR="0" lvl="1" indent="-63500" algn="l" rtl="0">
              <a:lnSpc>
                <a:spcPct val="100000"/>
              </a:lnSpc>
              <a:spcBef>
                <a:spcPts val="0"/>
              </a:spcBef>
              <a:spcAft>
                <a:spcPts val="0"/>
              </a:spcAft>
              <a:buClr>
                <a:schemeClr val="dk1"/>
              </a:buClr>
              <a:buSzPts val="1000"/>
              <a:buFont typeface="Arial"/>
              <a:buChar char="•"/>
            </a:pPr>
            <a:r>
              <a:rPr lang="en" sz="1000" b="0" i="0" u="none" strike="noStrike" cap="none">
                <a:solidFill>
                  <a:schemeClr val="dk1"/>
                </a:solidFill>
                <a:latin typeface="Arial"/>
                <a:ea typeface="Arial"/>
                <a:cs typeface="Arial"/>
                <a:sym typeface="Arial"/>
              </a:rPr>
              <a:t>Widespread perception of instability in Pakistan.</a:t>
            </a:r>
            <a:endParaRPr/>
          </a:p>
          <a:p>
            <a:pPr marL="0" marR="0" lvl="0" indent="0" algn="l" rtl="0">
              <a:lnSpc>
                <a:spcPct val="100000"/>
              </a:lnSpc>
              <a:spcBef>
                <a:spcPts val="0"/>
              </a:spcBef>
              <a:spcAft>
                <a:spcPts val="0"/>
              </a:spcAft>
              <a:buClr>
                <a:schemeClr val="dk1"/>
              </a:buClr>
              <a:buSzPts val="1000"/>
              <a:buFont typeface="Arial"/>
              <a:buNone/>
            </a:pPr>
            <a:r>
              <a:rPr lang="en" sz="1000" b="0" i="0" u="none" strike="noStrike" cap="none">
                <a:solidFill>
                  <a:schemeClr val="dk1"/>
                </a:solidFill>
                <a:latin typeface="Arial"/>
                <a:ea typeface="Arial"/>
                <a:cs typeface="Arial"/>
                <a:sym typeface="Arial"/>
              </a:rPr>
              <a:t/>
            </a:r>
            <a:br>
              <a:rPr lang="en" sz="1000" b="0" i="0" u="none" strike="noStrike" cap="none">
                <a:solidFill>
                  <a:schemeClr val="dk1"/>
                </a:solidFill>
                <a:latin typeface="Arial"/>
                <a:ea typeface="Arial"/>
                <a:cs typeface="Arial"/>
                <a:sym typeface="Arial"/>
              </a:rPr>
            </a:br>
            <a:endParaRPr sz="1800" b="0" i="0" u="none" strike="noStrike" cap="none">
              <a:solidFill>
                <a:schemeClr val="dk1"/>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239"/>
        <p:cNvGrpSpPr/>
        <p:nvPr/>
      </p:nvGrpSpPr>
      <p:grpSpPr>
        <a:xfrm>
          <a:off x="0" y="0"/>
          <a:ext cx="0" cy="0"/>
          <a:chOff x="0" y="0"/>
          <a:chExt cx="0" cy="0"/>
        </a:xfrm>
      </p:grpSpPr>
      <p:sp>
        <p:nvSpPr>
          <p:cNvPr id="1240" name="Google Shape;1240;g2a7fc0a55c7_0_23"/>
          <p:cNvSpPr txBox="1">
            <a:spLocks noGrp="1"/>
          </p:cNvSpPr>
          <p:nvPr>
            <p:ph type="title"/>
          </p:nvPr>
        </p:nvSpPr>
        <p:spPr>
          <a:xfrm>
            <a:off x="1643775" y="1291700"/>
            <a:ext cx="6366000" cy="23454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SzPts val="3200"/>
              <a:buNone/>
            </a:pPr>
            <a:r>
              <a:rPr lang="en" sz="2400"/>
              <a:t>Thank you for your time and </a:t>
            </a:r>
            <a:endParaRPr sz="2400"/>
          </a:p>
          <a:p>
            <a:pPr marL="0" lvl="0" indent="0" algn="ctr" rtl="0">
              <a:lnSpc>
                <a:spcPct val="115000"/>
              </a:lnSpc>
              <a:spcBef>
                <a:spcPts val="0"/>
              </a:spcBef>
              <a:spcAft>
                <a:spcPts val="0"/>
              </a:spcAft>
              <a:buSzPts val="3200"/>
              <a:buNone/>
            </a:pPr>
            <a:r>
              <a:rPr lang="en" sz="2400"/>
              <a:t>attention.</a:t>
            </a:r>
            <a:endParaRPr sz="2400"/>
          </a:p>
          <a:p>
            <a:pPr marL="0" lvl="0" indent="0" algn="just" rtl="0">
              <a:lnSpc>
                <a:spcPct val="115000"/>
              </a:lnSpc>
              <a:spcBef>
                <a:spcPts val="0"/>
              </a:spcBef>
              <a:spcAft>
                <a:spcPts val="0"/>
              </a:spcAft>
              <a:buSzPts val="3200"/>
              <a:buNone/>
            </a:pPr>
            <a:endParaRPr sz="2400"/>
          </a:p>
          <a:p>
            <a:pPr marL="0" lvl="0" indent="0" algn="ctr" rtl="0">
              <a:lnSpc>
                <a:spcPct val="115000"/>
              </a:lnSpc>
              <a:spcBef>
                <a:spcPts val="0"/>
              </a:spcBef>
              <a:spcAft>
                <a:spcPts val="0"/>
              </a:spcAft>
              <a:buSzPts val="3200"/>
              <a:buNone/>
            </a:pPr>
            <a:r>
              <a:rPr lang="en" sz="2400"/>
              <a:t>I welcome any questions, thoughts, or discussions.</a:t>
            </a:r>
            <a:endParaRPr sz="2400"/>
          </a:p>
        </p:txBody>
      </p:sp>
      <p:sp>
        <p:nvSpPr>
          <p:cNvPr id="1241" name="Google Shape;1241;g2a7fc0a55c7_0_23"/>
          <p:cNvSpPr/>
          <p:nvPr/>
        </p:nvSpPr>
        <p:spPr>
          <a:xfrm>
            <a:off x="0" y="0"/>
            <a:ext cx="2919300" cy="0"/>
          </a:xfrm>
          <a:prstGeom prst="rect">
            <a:avLst/>
          </a:prstGeom>
          <a:solidFill>
            <a:srgbClr val="343541"/>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1"/>
              </a:buClr>
              <a:buSzPts val="1000"/>
              <a:buFont typeface="Arial"/>
              <a:buNone/>
            </a:pPr>
            <a:endParaRPr sz="1000" b="0" i="0" u="none" strike="noStrike" cap="none">
              <a:solidFill>
                <a:schemeClr val="dk1"/>
              </a:solidFill>
              <a:latin typeface="Arial"/>
              <a:ea typeface="Arial"/>
              <a:cs typeface="Arial"/>
              <a:sym typeface="Arial"/>
            </a:endParaRPr>
          </a:p>
          <a:p>
            <a:pPr marL="457200" marR="0" lvl="1" indent="-63500" algn="l" rtl="0">
              <a:lnSpc>
                <a:spcPct val="100000"/>
              </a:lnSpc>
              <a:spcBef>
                <a:spcPts val="0"/>
              </a:spcBef>
              <a:spcAft>
                <a:spcPts val="0"/>
              </a:spcAft>
              <a:buClr>
                <a:schemeClr val="dk1"/>
              </a:buClr>
              <a:buSzPts val="1000"/>
              <a:buFont typeface="Arial"/>
              <a:buChar char="•"/>
            </a:pPr>
            <a:r>
              <a:rPr lang="en" sz="1000" b="0" i="0" u="none" strike="noStrike" cap="none">
                <a:solidFill>
                  <a:schemeClr val="dk1"/>
                </a:solidFill>
                <a:latin typeface="Arial"/>
                <a:ea typeface="Arial"/>
                <a:cs typeface="Arial"/>
                <a:sym typeface="Arial"/>
              </a:rPr>
              <a:t>Widespread perception of instability in Pakistan.</a:t>
            </a:r>
            <a:endParaRPr/>
          </a:p>
          <a:p>
            <a:pPr marL="0" marR="0" lvl="0" indent="0" algn="l" rtl="0">
              <a:lnSpc>
                <a:spcPct val="100000"/>
              </a:lnSpc>
              <a:spcBef>
                <a:spcPts val="0"/>
              </a:spcBef>
              <a:spcAft>
                <a:spcPts val="0"/>
              </a:spcAft>
              <a:buClr>
                <a:schemeClr val="dk1"/>
              </a:buClr>
              <a:buSzPts val="1000"/>
              <a:buFont typeface="Arial"/>
              <a:buNone/>
            </a:pPr>
            <a:r>
              <a:rPr lang="en" sz="1000" b="0" i="0" u="none" strike="noStrike" cap="none">
                <a:solidFill>
                  <a:schemeClr val="dk1"/>
                </a:solidFill>
                <a:latin typeface="Arial"/>
                <a:ea typeface="Arial"/>
                <a:cs typeface="Arial"/>
                <a:sym typeface="Arial"/>
              </a:rPr>
              <a:t/>
            </a:r>
            <a:br>
              <a:rPr lang="en" sz="1000" b="0" i="0" u="none" strike="noStrike" cap="none">
                <a:solidFill>
                  <a:schemeClr val="dk1"/>
                </a:solidFill>
                <a:latin typeface="Arial"/>
                <a:ea typeface="Arial"/>
                <a:cs typeface="Arial"/>
                <a:sym typeface="Arial"/>
              </a:rPr>
            </a:br>
            <a:endParaRPr sz="1800" b="0" i="0" u="none" strike="noStrike" cap="none">
              <a:solidFill>
                <a:schemeClr val="dk1"/>
              </a:solidFill>
              <a:latin typeface="Arial"/>
              <a:ea typeface="Arial"/>
              <a:cs typeface="Arial"/>
              <a:sym typeface="Arial"/>
            </a:endParaRPr>
          </a:p>
        </p:txBody>
      </p:sp>
      <p:sp>
        <p:nvSpPr>
          <p:cNvPr id="1242" name="Google Shape;1242;g2a7fc0a55c7_0_23"/>
          <p:cNvSpPr/>
          <p:nvPr/>
        </p:nvSpPr>
        <p:spPr>
          <a:xfrm>
            <a:off x="152400" y="152400"/>
            <a:ext cx="2919300" cy="0"/>
          </a:xfrm>
          <a:prstGeom prst="rect">
            <a:avLst/>
          </a:prstGeom>
          <a:solidFill>
            <a:srgbClr val="343541"/>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1"/>
              </a:buClr>
              <a:buSzPts val="1000"/>
              <a:buFont typeface="Arial"/>
              <a:buNone/>
            </a:pPr>
            <a:endParaRPr sz="1000" b="0" i="0" u="none" strike="noStrike" cap="none">
              <a:solidFill>
                <a:schemeClr val="dk1"/>
              </a:solidFill>
              <a:latin typeface="Arial"/>
              <a:ea typeface="Arial"/>
              <a:cs typeface="Arial"/>
              <a:sym typeface="Arial"/>
            </a:endParaRPr>
          </a:p>
          <a:p>
            <a:pPr marL="457200" marR="0" lvl="1" indent="-63500" algn="l" rtl="0">
              <a:lnSpc>
                <a:spcPct val="100000"/>
              </a:lnSpc>
              <a:spcBef>
                <a:spcPts val="0"/>
              </a:spcBef>
              <a:spcAft>
                <a:spcPts val="0"/>
              </a:spcAft>
              <a:buClr>
                <a:schemeClr val="dk1"/>
              </a:buClr>
              <a:buSzPts val="1000"/>
              <a:buFont typeface="Arial"/>
              <a:buChar char="•"/>
            </a:pPr>
            <a:r>
              <a:rPr lang="en" sz="1000" b="0" i="0" u="none" strike="noStrike" cap="none">
                <a:solidFill>
                  <a:schemeClr val="dk1"/>
                </a:solidFill>
                <a:latin typeface="Arial"/>
                <a:ea typeface="Arial"/>
                <a:cs typeface="Arial"/>
                <a:sym typeface="Arial"/>
              </a:rPr>
              <a:t>Widespread perception of instability in Pakistan.</a:t>
            </a:r>
            <a:endParaRPr/>
          </a:p>
          <a:p>
            <a:pPr marL="0" marR="0" lvl="0" indent="0" algn="l" rtl="0">
              <a:lnSpc>
                <a:spcPct val="100000"/>
              </a:lnSpc>
              <a:spcBef>
                <a:spcPts val="0"/>
              </a:spcBef>
              <a:spcAft>
                <a:spcPts val="0"/>
              </a:spcAft>
              <a:buClr>
                <a:schemeClr val="dk1"/>
              </a:buClr>
              <a:buSzPts val="1000"/>
              <a:buFont typeface="Arial"/>
              <a:buNone/>
            </a:pPr>
            <a:r>
              <a:rPr lang="en" sz="1000" b="0" i="0" u="none" strike="noStrike" cap="none">
                <a:solidFill>
                  <a:schemeClr val="dk1"/>
                </a:solidFill>
                <a:latin typeface="Arial"/>
                <a:ea typeface="Arial"/>
                <a:cs typeface="Arial"/>
                <a:sym typeface="Arial"/>
              </a:rPr>
              <a:t/>
            </a:r>
            <a:br>
              <a:rPr lang="en" sz="1000" b="0" i="0" u="none" strike="noStrike" cap="none">
                <a:solidFill>
                  <a:schemeClr val="dk1"/>
                </a:solidFill>
                <a:latin typeface="Arial"/>
                <a:ea typeface="Arial"/>
                <a:cs typeface="Arial"/>
                <a:sym typeface="Arial"/>
              </a:rPr>
            </a:br>
            <a:endParaRPr sz="1800" b="0" i="0" u="none" strike="noStrike" cap="none">
              <a:solidFill>
                <a:schemeClr val="dk1"/>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246"/>
        <p:cNvGrpSpPr/>
        <p:nvPr/>
      </p:nvGrpSpPr>
      <p:grpSpPr>
        <a:xfrm>
          <a:off x="0" y="0"/>
          <a:ext cx="0" cy="0"/>
          <a:chOff x="0" y="0"/>
          <a:chExt cx="0" cy="0"/>
        </a:xfrm>
      </p:grpSpPr>
      <p:pic>
        <p:nvPicPr>
          <p:cNvPr id="1247" name="Google Shape;1247;p66">
            <a:hlinkClick r:id="rId3"/>
          </p:cNvPr>
          <p:cNvPicPr preferRelativeResize="0"/>
          <p:nvPr/>
        </p:nvPicPr>
        <p:blipFill rotWithShape="1">
          <a:blip r:embed="rId4">
            <a:alphaModFix/>
          </a:blip>
          <a:srcRect/>
          <a:stretch/>
        </p:blipFill>
        <p:spPr>
          <a:xfrm>
            <a:off x="3451063" y="2123075"/>
            <a:ext cx="2241874" cy="897350"/>
          </a:xfrm>
          <a:prstGeom prst="rect">
            <a:avLst/>
          </a:prstGeom>
          <a:noFill/>
          <a:ln>
            <a:noFill/>
          </a:ln>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Statistics - Math - 12th Grade by Slidesgo">
  <a:themeElements>
    <a:clrScheme name="Simple Light">
      <a:dk1>
        <a:srgbClr val="00006A"/>
      </a:dk1>
      <a:lt1>
        <a:srgbClr val="F2F2F2"/>
      </a:lt1>
      <a:dk2>
        <a:srgbClr val="3D44BA"/>
      </a:dk2>
      <a:lt2>
        <a:srgbClr val="0597F2"/>
      </a:lt2>
      <a:accent1>
        <a:srgbClr val="2EBBF2"/>
      </a:accent1>
      <a:accent2>
        <a:srgbClr val="FFFFFF"/>
      </a:accent2>
      <a:accent3>
        <a:srgbClr val="FFFFFF"/>
      </a:accent3>
      <a:accent4>
        <a:srgbClr val="FFFFFF"/>
      </a:accent4>
      <a:accent5>
        <a:srgbClr val="FFFFFF"/>
      </a:accent5>
      <a:accent6>
        <a:srgbClr val="FFFFFF"/>
      </a:accent6>
      <a:hlink>
        <a:srgbClr val="00006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1275</TotalTime>
  <Words>1402</Words>
  <Application>Microsoft Office PowerPoint</Application>
  <PresentationFormat>On-screen Show (16:9)</PresentationFormat>
  <Paragraphs>247</Paragraphs>
  <Slides>35</Slides>
  <Notes>35</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35</vt:i4>
      </vt:variant>
    </vt:vector>
  </HeadingPairs>
  <TitlesOfParts>
    <vt:vector size="48" baseType="lpstr">
      <vt:lpstr>Arial</vt:lpstr>
      <vt:lpstr>Calibri</vt:lpstr>
      <vt:lpstr>Lato</vt:lpstr>
      <vt:lpstr>Albert Sans</vt:lpstr>
      <vt:lpstr>Proxima Nova</vt:lpstr>
      <vt:lpstr>Anaheim</vt:lpstr>
      <vt:lpstr>Albert Sans Light</vt:lpstr>
      <vt:lpstr>Noto Sans Symbols</vt:lpstr>
      <vt:lpstr>Montserrat</vt:lpstr>
      <vt:lpstr>Nunito Light</vt:lpstr>
      <vt:lpstr>DM Sans</vt:lpstr>
      <vt:lpstr>Statistics - Math - 12th Grade by Slidesgo</vt:lpstr>
      <vt:lpstr>Slidesgo Final Pages</vt:lpstr>
      <vt:lpstr>Recent Emigration trends in Pakistan</vt:lpstr>
      <vt:lpstr>Questionnaire Format</vt:lpstr>
      <vt:lpstr>Demographics 200 samples</vt:lpstr>
      <vt:lpstr>Demographics divided by Age</vt:lpstr>
      <vt:lpstr>Demographics of Qualification Status</vt:lpstr>
      <vt:lpstr>Observation # 1</vt:lpstr>
      <vt:lpstr>Have you ever considered emigrating from Pakistan?</vt:lpstr>
      <vt:lpstr>Observation # 2</vt:lpstr>
      <vt:lpstr>  People want to emigrate because of better career opportunities or               Higher Education </vt:lpstr>
      <vt:lpstr>People want to emigrate because of better career opportunities or Higher Education   </vt:lpstr>
      <vt:lpstr>Observation # 3</vt:lpstr>
      <vt:lpstr>Top choices of people for emigration are United states and Canada</vt:lpstr>
      <vt:lpstr>Observation # 4</vt:lpstr>
      <vt:lpstr>What is your employment status ?</vt:lpstr>
      <vt:lpstr>Observation # 5</vt:lpstr>
      <vt:lpstr>How satisfied you are with employment opportunities in Pakistan? </vt:lpstr>
      <vt:lpstr>Observation # 6</vt:lpstr>
      <vt:lpstr>What aspects of life in Pakistan do you find most challenging or dissatisfactory, prompting thoughts of emigration? </vt:lpstr>
      <vt:lpstr>Observation # 7</vt:lpstr>
      <vt:lpstr>How important is cultural familiarity in your desired destination?</vt:lpstr>
      <vt:lpstr>Observation # 8</vt:lpstr>
      <vt:lpstr>Have you experienced challenges in cultural integration while abroad?</vt:lpstr>
      <vt:lpstr>Observation # 9</vt:lpstr>
      <vt:lpstr>How important is a supportive expatriate community in your destination? </vt:lpstr>
      <vt:lpstr>Observation # 10</vt:lpstr>
      <vt:lpstr>Do you intend to return to Pakistan permanently in the future? </vt:lpstr>
      <vt:lpstr>Observation # 11</vt:lpstr>
      <vt:lpstr> What factors influence your decision to return </vt:lpstr>
      <vt:lpstr>Observation # 12</vt:lpstr>
      <vt:lpstr>Rate Pakistan’s economic stability compared to other countries ? </vt:lpstr>
      <vt:lpstr>Observation # 13</vt:lpstr>
      <vt:lpstr>How influential is Pakistan’s image in your decision to emigrate ?  </vt:lpstr>
      <vt:lpstr>Conclusion</vt:lpstr>
      <vt:lpstr>Thank you for your time and  attention.  I welcome any questions, thoughts, or discussions.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Recent Emigration trends in Pakistan</dc:title>
  <dc:creator>Qudsia Qudoos</dc:creator>
  <cp:lastModifiedBy>Qudsia</cp:lastModifiedBy>
  <cp:revision>12</cp:revision>
  <dcterms:modified xsi:type="dcterms:W3CDTF">2023-12-23T15:12:59Z</dcterms:modified>
</cp:coreProperties>
</file>